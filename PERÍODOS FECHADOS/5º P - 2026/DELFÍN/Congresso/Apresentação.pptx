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3" r:id="rId4"/>
    <p:sldId id="264" r:id="rId5"/>
    <p:sldId id="274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66" r:id="rId15"/>
    <p:sldId id="261" r:id="rId16"/>
    <p:sldId id="262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Capa" id="{7184B1E7-ABBD-4830-9AD3-B4C1A9A603D1}">
          <p14:sldIdLst>
            <p14:sldId id="256"/>
          </p14:sldIdLst>
        </p14:section>
        <p14:section name="Introdução" id="{A788821D-158A-44A9-8DC9-4A873DBC8032}">
          <p14:sldIdLst>
            <p14:sldId id="257"/>
            <p14:sldId id="263"/>
          </p14:sldIdLst>
        </p14:section>
        <p14:section name="Metodologia" id="{B8C58FFE-9513-45CF-8267-7E6AAC06C035}">
          <p14:sldIdLst>
            <p14:sldId id="264"/>
            <p14:sldId id="274"/>
          </p14:sldIdLst>
        </p14:section>
        <p14:section name="Resultados" id="{710EC5FB-54CC-441D-909F-DF95BB63231E}">
          <p14:sldIdLst>
            <p14:sldId id="265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onclusão" id="{55BCFF69-127D-4298-A9E2-9BC7E800D1F5}">
          <p14:sldIdLst>
            <p14:sldId id="266"/>
          </p14:sldIdLst>
        </p14:section>
        <p14:section name="Referências" id="{030E8933-6745-475E-9CBF-91042B629A65}">
          <p14:sldIdLst>
            <p14:sldId id="261"/>
          </p14:sldIdLst>
        </p14:section>
        <p14:section name="Agradecimentos" id="{8330E51E-BEE8-456C-AECF-DE44430D3DCA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xAxVh+yvE5g5Dt/D/akAd8JA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668" autoAdjust="0"/>
    <p:restoredTop sz="94660"/>
  </p:normalViewPr>
  <p:slideViewPr>
    <p:cSldViewPr snapToGrid="0">
      <p:cViewPr>
        <p:scale>
          <a:sx n="70" d="100"/>
          <a:sy n="70" d="100"/>
        </p:scale>
        <p:origin x="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719B43-DC23-4FA3-9E49-219E4861C4CA}" type="doc">
      <dgm:prSet loTypeId="urn:microsoft.com/office/officeart/2026/layout/NumberedDotsVertic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5750756-13D6-40F2-8A25-A475668C227B}">
      <dgm:prSet phldrT="Add an event"/>
      <dgm:spPr/>
      <dgm:t>
        <a:bodyPr/>
        <a:lstStyle/>
        <a:p>
          <a:pPr>
            <a:defRPr b="1"/>
          </a:pPr>
          <a:r>
            <a:rPr lang="pt-BR" b="1" dirty="0" err="1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Identificación</a:t>
          </a:r>
          <a:r>
            <a:rPr lang="pt-BR" b="1" dirty="0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:</a:t>
          </a:r>
        </a:p>
      </dgm:t>
    </dgm:pt>
    <dgm:pt modelId="{9AD8F9A0-40EA-49AA-A92E-2178CB81EAAD}" type="parTrans" cxnId="{2BB47FFF-0A4A-42B1-B256-23BA1D9F827C}">
      <dgm:prSet/>
      <dgm:spPr/>
      <dgm:t>
        <a:bodyPr/>
        <a:lstStyle/>
        <a:p>
          <a:endParaRPr lang="pt-BR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0825418A-9E20-4345-B75E-0F9E13F4BB05}" type="sibTrans" cxnId="{2BB47FFF-0A4A-42B1-B256-23BA1D9F827C}">
      <dgm:prSet phldrT="1" phldr="0"/>
      <dgm:spPr>
        <a:effectLst>
          <a:outerShdw blurRad="127000" dist="50800" dir="2700000" algn="tl" rotWithShape="0">
            <a:prstClr val="black">
              <a:alpha val="50000"/>
            </a:prstClr>
          </a:outerShdw>
        </a:effectLst>
      </dgm:spPr>
      <dgm:t>
        <a:bodyPr/>
        <a:lstStyle/>
        <a:p>
          <a:pPr>
            <a:defRPr b="1"/>
          </a:pPr>
          <a:r>
            <a:rPr dirty="0">
              <a:latin typeface="Inter" panose="02000503000000020004" pitchFamily="2" charset="0"/>
              <a:ea typeface="Inter" panose="02000503000000020004" pitchFamily="2" charset="0"/>
            </a:rPr>
            <a:t>1</a:t>
          </a:r>
        </a:p>
      </dgm:t>
    </dgm:pt>
    <dgm:pt modelId="{C3380D3F-4567-4A6F-BCBB-79D14F982407}">
      <dgm:prSet phldrT="Write a description of the significance of this event" custT="1"/>
      <dgm:spPr/>
      <dgm:t>
        <a:bodyPr/>
        <a:lstStyle/>
        <a:p>
          <a:r>
            <a:rPr lang="pt-BR" sz="1800" dirty="0">
              <a:latin typeface="Inter" panose="02000503000000020004" pitchFamily="2" charset="0"/>
              <a:ea typeface="Inter" panose="02000503000000020004" pitchFamily="2" charset="0"/>
            </a:rPr>
            <a:t>Diagnóstico del </a:t>
          </a:r>
          <a:r>
            <a:rPr lang="pt-BR" sz="1800" dirty="0" err="1">
              <a:latin typeface="Inter" panose="02000503000000020004" pitchFamily="2" charset="0"/>
              <a:ea typeface="Inter" panose="02000503000000020004" pitchFamily="2" charset="0"/>
            </a:rPr>
            <a:t>flujo</a:t>
          </a:r>
          <a:r>
            <a:rPr lang="pt-BR" sz="1800" dirty="0">
              <a:latin typeface="Inter" panose="02000503000000020004" pitchFamily="2" charset="0"/>
              <a:ea typeface="Inter" panose="02000503000000020004" pitchFamily="2" charset="0"/>
            </a:rPr>
            <a:t> manual y </a:t>
          </a:r>
          <a:r>
            <a:rPr lang="pt-BR" sz="1800" dirty="0" err="1">
              <a:latin typeface="Inter" panose="02000503000000020004" pitchFamily="2" charset="0"/>
              <a:ea typeface="Inter" panose="02000503000000020004" pitchFamily="2" charset="0"/>
            </a:rPr>
            <a:t>pérdidas</a:t>
          </a:r>
          <a:r>
            <a:rPr lang="pt-BR" sz="1800" dirty="0">
              <a:latin typeface="Inter" panose="02000503000000020004" pitchFamily="2" charset="0"/>
              <a:ea typeface="Inter" panose="02000503000000020004" pitchFamily="2" charset="0"/>
            </a:rPr>
            <a:t>.</a:t>
          </a:r>
        </a:p>
      </dgm:t>
    </dgm:pt>
    <dgm:pt modelId="{03888F11-ED1A-4347-96D2-E0512E5B5F80}" type="parTrans" cxnId="{806180D3-0079-44CB-90D6-9BF47EDE4759}">
      <dgm:prSet/>
      <dgm:spPr/>
      <dgm:t>
        <a:bodyPr/>
        <a:lstStyle/>
        <a:p>
          <a:endParaRPr lang="pt-BR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EA47C814-A0BA-4168-AC6B-2B2EDDFF9452}" type="sibTrans" cxnId="{806180D3-0079-44CB-90D6-9BF47EDE4759}">
      <dgm:prSet/>
      <dgm:spPr/>
      <dgm:t>
        <a:bodyPr/>
        <a:lstStyle/>
        <a:p>
          <a:endParaRPr lang="pt-BR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D4C2DDA9-151B-4667-A715-2B55BD68333E}">
      <dgm:prSet phldrT="Add an event"/>
      <dgm:spPr/>
      <dgm:t>
        <a:bodyPr/>
        <a:lstStyle/>
        <a:p>
          <a:pPr>
            <a:defRPr b="1"/>
          </a:pPr>
          <a:r>
            <a:rPr lang="pt-BR" dirty="0" err="1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Especificación</a:t>
          </a:r>
          <a:r>
            <a:rPr lang="pt-BR" dirty="0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:</a:t>
          </a:r>
        </a:p>
      </dgm:t>
    </dgm:pt>
    <dgm:pt modelId="{DD33C565-3F7E-4049-825F-1D2C10AFEF23}" type="parTrans" cxnId="{A6433D4E-9D1E-4E63-AFFF-35DFD68727F7}">
      <dgm:prSet/>
      <dgm:spPr/>
      <dgm:t>
        <a:bodyPr/>
        <a:lstStyle/>
        <a:p>
          <a:endParaRPr lang="pt-BR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70C1C66C-E53D-46EB-9EAC-F9131D94C7CE}" type="sibTrans" cxnId="{A6433D4E-9D1E-4E63-AFFF-35DFD68727F7}">
      <dgm:prSet phldrT="2" phldr="0"/>
      <dgm:spPr>
        <a:effectLst>
          <a:outerShdw blurRad="127000" dist="50800" dir="2700000" algn="tl" rotWithShape="0">
            <a:prstClr val="black">
              <a:alpha val="50000"/>
            </a:prstClr>
          </a:outerShdw>
        </a:effectLst>
      </dgm:spPr>
      <dgm:t>
        <a:bodyPr/>
        <a:lstStyle/>
        <a:p>
          <a:pPr>
            <a:defRPr b="1"/>
          </a:pPr>
          <a:r>
            <a:rPr dirty="0">
              <a:latin typeface="Inter" panose="02000503000000020004" pitchFamily="2" charset="0"/>
              <a:ea typeface="Inter" panose="02000503000000020004" pitchFamily="2" charset="0"/>
            </a:rPr>
            <a:t>2</a:t>
          </a:r>
        </a:p>
      </dgm:t>
    </dgm:pt>
    <dgm:pt modelId="{3E3D1FC0-0D8D-4E8B-9198-D33B2EE290FF}">
      <dgm:prSet phldrT="Write a description of the significance of this event" custT="1"/>
      <dgm:spPr/>
      <dgm:t>
        <a:bodyPr/>
        <a:lstStyle/>
        <a:p>
          <a:r>
            <a:rPr lang="pt-BR" sz="1800" dirty="0" err="1">
              <a:latin typeface="Inter" panose="02000503000000020004" pitchFamily="2" charset="0"/>
              <a:ea typeface="Inter" panose="02000503000000020004" pitchFamily="2" charset="0"/>
            </a:rPr>
            <a:t>Selección</a:t>
          </a:r>
          <a:r>
            <a:rPr lang="pt-BR" sz="1800" dirty="0">
              <a:latin typeface="Inter" panose="02000503000000020004" pitchFamily="2" charset="0"/>
              <a:ea typeface="Inter" panose="02000503000000020004" pitchFamily="2" charset="0"/>
            </a:rPr>
            <a:t> de sensores y </a:t>
          </a:r>
          <a:r>
            <a:rPr lang="pt-BR" sz="1800" dirty="0" err="1">
              <a:latin typeface="Inter" panose="02000503000000020004" pitchFamily="2" charset="0"/>
              <a:ea typeface="Inter" panose="02000503000000020004" pitchFamily="2" charset="0"/>
            </a:rPr>
            <a:t>actuadores</a:t>
          </a:r>
          <a:r>
            <a:rPr lang="pt-BR" sz="1800" dirty="0">
              <a:latin typeface="Inter" panose="02000503000000020004" pitchFamily="2" charset="0"/>
              <a:ea typeface="Inter" panose="02000503000000020004" pitchFamily="2" charset="0"/>
            </a:rPr>
            <a:t> de bajo </a:t>
          </a:r>
          <a:r>
            <a:rPr lang="pt-BR" sz="1800" dirty="0" err="1">
              <a:latin typeface="Inter" panose="02000503000000020004" pitchFamily="2" charset="0"/>
              <a:ea typeface="Inter" panose="02000503000000020004" pitchFamily="2" charset="0"/>
            </a:rPr>
            <a:t>costo</a:t>
          </a:r>
          <a:r>
            <a:rPr lang="pt-BR" sz="1400" dirty="0">
              <a:latin typeface="Inter" panose="02000503000000020004" pitchFamily="2" charset="0"/>
              <a:ea typeface="Inter" panose="02000503000000020004" pitchFamily="2" charset="0"/>
            </a:rPr>
            <a:t>.</a:t>
          </a:r>
        </a:p>
      </dgm:t>
    </dgm:pt>
    <dgm:pt modelId="{15A699BC-B947-45D4-8964-72319FB63AEE}" type="parTrans" cxnId="{AB973047-FAF1-465A-B762-0DA71A319EC6}">
      <dgm:prSet/>
      <dgm:spPr/>
      <dgm:t>
        <a:bodyPr/>
        <a:lstStyle/>
        <a:p>
          <a:endParaRPr lang="pt-BR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76BB97EE-52A3-4997-800D-F538E5DC89C8}" type="sibTrans" cxnId="{AB973047-FAF1-465A-B762-0DA71A319EC6}">
      <dgm:prSet/>
      <dgm:spPr/>
      <dgm:t>
        <a:bodyPr/>
        <a:lstStyle/>
        <a:p>
          <a:endParaRPr lang="pt-BR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04347AF2-B78E-41E1-99D7-2C64A49BAF3B}">
      <dgm:prSet phldrT="Add an event"/>
      <dgm:spPr/>
      <dgm:t>
        <a:bodyPr/>
        <a:lstStyle/>
        <a:p>
          <a:pPr>
            <a:defRPr b="1"/>
          </a:pPr>
          <a:r>
            <a:rPr lang="pt-BR" dirty="0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Integración:</a:t>
          </a:r>
        </a:p>
      </dgm:t>
    </dgm:pt>
    <dgm:pt modelId="{A87DFE5C-6EEE-4BA9-9DC8-8672D765BE54}" type="parTrans" cxnId="{67722787-2CDF-4CDC-B9BE-96BC649672DC}">
      <dgm:prSet/>
      <dgm:spPr/>
      <dgm:t>
        <a:bodyPr/>
        <a:lstStyle/>
        <a:p>
          <a:endParaRPr lang="pt-BR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33726C5E-4F06-42E2-AA8F-5B639DAB451D}" type="sibTrans" cxnId="{67722787-2CDF-4CDC-B9BE-96BC649672DC}">
      <dgm:prSet phldrT="3" phldr="0"/>
      <dgm:spPr>
        <a:effectLst>
          <a:outerShdw blurRad="127000" dist="50800" dir="2700000" algn="tl" rotWithShape="0">
            <a:prstClr val="black">
              <a:alpha val="50000"/>
            </a:prstClr>
          </a:outerShdw>
        </a:effectLst>
      </dgm:spPr>
      <dgm:t>
        <a:bodyPr/>
        <a:lstStyle/>
        <a:p>
          <a:pPr>
            <a:defRPr b="1"/>
          </a:pPr>
          <a:r>
            <a:rPr>
              <a:latin typeface="Inter" panose="02000503000000020004" pitchFamily="2" charset="0"/>
              <a:ea typeface="Inter" panose="02000503000000020004" pitchFamily="2" charset="0"/>
            </a:rPr>
            <a:t>3</a:t>
          </a:r>
        </a:p>
      </dgm:t>
    </dgm:pt>
    <dgm:pt modelId="{F62ABEA7-8144-4F07-9CE5-07E1B1D52703}">
      <dgm:prSet phldrT="Write a description of the significance of this event" custT="1"/>
      <dgm:spPr/>
      <dgm:t>
        <a:bodyPr/>
        <a:lstStyle/>
        <a:p>
          <a:r>
            <a:rPr lang="pt-BR" sz="1800" dirty="0" err="1">
              <a:latin typeface="Inter" panose="02000503000000020004" pitchFamily="2" charset="0"/>
              <a:ea typeface="Inter" panose="02000503000000020004" pitchFamily="2" charset="0"/>
            </a:rPr>
            <a:t>Montaje</a:t>
          </a:r>
          <a:r>
            <a:rPr lang="pt-BR" sz="1800" dirty="0">
              <a:latin typeface="Inter" panose="02000503000000020004" pitchFamily="2" charset="0"/>
              <a:ea typeface="Inter" panose="02000503000000020004" pitchFamily="2" charset="0"/>
            </a:rPr>
            <a:t> físico y </a:t>
          </a:r>
          <a:r>
            <a:rPr lang="pt-BR" sz="1800" dirty="0" err="1">
              <a:latin typeface="Inter" panose="02000503000000020004" pitchFamily="2" charset="0"/>
              <a:ea typeface="Inter" panose="02000503000000020004" pitchFamily="2" charset="0"/>
            </a:rPr>
            <a:t>programación</a:t>
          </a:r>
          <a:r>
            <a:rPr lang="pt-BR" sz="1800" dirty="0">
              <a:latin typeface="Inter" panose="02000503000000020004" pitchFamily="2" charset="0"/>
              <a:ea typeface="Inter" panose="02000503000000020004" pitchFamily="2" charset="0"/>
            </a:rPr>
            <a:t> del firmware </a:t>
          </a:r>
          <a:r>
            <a:rPr lang="pt-BR" sz="1800" dirty="0" err="1">
              <a:latin typeface="Inter" panose="02000503000000020004" pitchFamily="2" charset="0"/>
              <a:ea typeface="Inter" panose="02000503000000020004" pitchFamily="2" charset="0"/>
            </a:rPr>
            <a:t>en</a:t>
          </a:r>
          <a:r>
            <a:rPr lang="pt-BR" sz="1800" dirty="0">
              <a:latin typeface="Inter" panose="02000503000000020004" pitchFamily="2" charset="0"/>
              <a:ea typeface="Inter" panose="02000503000000020004" pitchFamily="2" charset="0"/>
            </a:rPr>
            <a:t> C++.</a:t>
          </a:r>
        </a:p>
      </dgm:t>
    </dgm:pt>
    <dgm:pt modelId="{8418D32B-ECBD-4C32-8AD1-C58DCACAB030}" type="parTrans" cxnId="{02CD69FC-1410-4E47-A126-18C0582F2B2E}">
      <dgm:prSet/>
      <dgm:spPr/>
      <dgm:t>
        <a:bodyPr/>
        <a:lstStyle/>
        <a:p>
          <a:endParaRPr lang="pt-BR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24BC61D6-D338-4077-A08A-BD7B652EAFCB}" type="sibTrans" cxnId="{02CD69FC-1410-4E47-A126-18C0582F2B2E}">
      <dgm:prSet/>
      <dgm:spPr/>
      <dgm:t>
        <a:bodyPr/>
        <a:lstStyle/>
        <a:p>
          <a:endParaRPr lang="pt-BR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036B4BDA-B005-4B45-A514-DCDB21FCB914}">
      <dgm:prSet phldrT="Add an event"/>
      <dgm:spPr/>
      <dgm:t>
        <a:bodyPr/>
        <a:lstStyle/>
        <a:p>
          <a:pPr>
            <a:defRPr b="1"/>
          </a:pPr>
          <a:r>
            <a:rPr lang="pt-BR" b="1" dirty="0" err="1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Validación</a:t>
          </a:r>
          <a:r>
            <a:rPr lang="pt-BR" b="1" dirty="0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:</a:t>
          </a:r>
          <a:endParaRPr lang="pt-BR" dirty="0">
            <a:solidFill>
              <a:srgbClr val="4285F4"/>
            </a:solidFill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2B764820-BAC4-4028-9E9A-2B33870F3D29}" type="parTrans" cxnId="{2340D0C3-7865-4C96-8B73-00CC09350196}">
      <dgm:prSet/>
      <dgm:spPr/>
      <dgm:t>
        <a:bodyPr/>
        <a:lstStyle/>
        <a:p>
          <a:endParaRPr lang="pt-BR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4FE0A90D-ADE6-4DC3-AEE6-058321AEC6C2}" type="sibTrans" cxnId="{2340D0C3-7865-4C96-8B73-00CC09350196}">
      <dgm:prSet phldrT="4" phldr="0"/>
      <dgm:spPr>
        <a:effectLst>
          <a:outerShdw blurRad="127000" dist="50800" dir="2700000" algn="tl" rotWithShape="0">
            <a:prstClr val="black">
              <a:alpha val="50000"/>
            </a:prstClr>
          </a:outerShdw>
        </a:effectLst>
      </dgm:spPr>
      <dgm:t>
        <a:bodyPr/>
        <a:lstStyle/>
        <a:p>
          <a:pPr>
            <a:defRPr b="1"/>
          </a:pPr>
          <a:r>
            <a:rPr dirty="0">
              <a:latin typeface="Inter" panose="02000503000000020004" pitchFamily="2" charset="0"/>
              <a:ea typeface="Inter" panose="02000503000000020004" pitchFamily="2" charset="0"/>
            </a:rPr>
            <a:t>4</a:t>
          </a:r>
        </a:p>
      </dgm:t>
    </dgm:pt>
    <dgm:pt modelId="{62EA9BF4-6EE0-4124-8D04-468814766FA8}">
      <dgm:prSet phldrT="Write a description of the significance of this event" custT="1"/>
      <dgm:spPr/>
      <dgm:t>
        <a:bodyPr/>
        <a:lstStyle/>
        <a:p>
          <a:r>
            <a:rPr lang="pt-BR" sz="1800" dirty="0" err="1">
              <a:latin typeface="Inter" panose="02000503000000020004" pitchFamily="2" charset="0"/>
              <a:ea typeface="Inter" panose="02000503000000020004" pitchFamily="2" charset="0"/>
            </a:rPr>
            <a:t>Pruebas</a:t>
          </a:r>
          <a:r>
            <a:rPr lang="pt-BR" sz="1800" dirty="0">
              <a:latin typeface="Inter" panose="02000503000000020004" pitchFamily="2" charset="0"/>
              <a:ea typeface="Inter" panose="02000503000000020004" pitchFamily="2" charset="0"/>
            </a:rPr>
            <a:t> físicas y </a:t>
          </a:r>
          <a:r>
            <a:rPr lang="pt-BR" sz="1800" dirty="0" err="1">
              <a:latin typeface="Inter" panose="02000503000000020004" pitchFamily="2" charset="0"/>
              <a:ea typeface="Inter" panose="02000503000000020004" pitchFamily="2" charset="0"/>
            </a:rPr>
            <a:t>evaluación</a:t>
          </a:r>
          <a:r>
            <a:rPr lang="pt-BR" sz="1800" dirty="0">
              <a:latin typeface="Inter" panose="02000503000000020004" pitchFamily="2" charset="0"/>
              <a:ea typeface="Inter" panose="02000503000000020004" pitchFamily="2" charset="0"/>
            </a:rPr>
            <a:t> matemática (TOPSIS).</a:t>
          </a:r>
        </a:p>
      </dgm:t>
    </dgm:pt>
    <dgm:pt modelId="{5D43AC9E-E7F8-4FD1-8140-4A3D3FA6F1DB}" type="parTrans" cxnId="{6B70DBEA-E3A9-4B0E-B403-2662E35DBE4D}">
      <dgm:prSet/>
      <dgm:spPr/>
      <dgm:t>
        <a:bodyPr/>
        <a:lstStyle/>
        <a:p>
          <a:endParaRPr lang="pt-BR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9FC7438B-AE84-41AC-8AD3-5F43DB58E2CF}" type="sibTrans" cxnId="{6B70DBEA-E3A9-4B0E-B403-2662E35DBE4D}">
      <dgm:prSet/>
      <dgm:spPr/>
      <dgm:t>
        <a:bodyPr/>
        <a:lstStyle/>
        <a:p>
          <a:endParaRPr lang="pt-BR">
            <a:latin typeface="Inter" panose="02000503000000020004" pitchFamily="2" charset="0"/>
            <a:ea typeface="Inter" panose="02000503000000020004" pitchFamily="2" charset="0"/>
          </a:endParaRPr>
        </a:p>
      </dgm:t>
    </dgm:pt>
    <dgm:pt modelId="{4B3E39BA-E71F-4D52-9BF2-A41ACDC76F20}" type="pres">
      <dgm:prSet presAssocID="{13719B43-DC23-4FA3-9E49-219E4861C4CA}" presName="root" presStyleCnt="0">
        <dgm:presLayoutVars>
          <dgm:dir/>
          <dgm:resizeHandles val="exact"/>
        </dgm:presLayoutVars>
      </dgm:prSet>
      <dgm:spPr/>
    </dgm:pt>
    <dgm:pt modelId="{5A74017F-57C8-4D67-AFD3-CCD9A562EB19}" type="pres">
      <dgm:prSet presAssocID="{13719B43-DC23-4FA3-9E49-219E4861C4CA}" presName="itemsFlow" presStyleCnt="0"/>
      <dgm:spPr/>
    </dgm:pt>
    <dgm:pt modelId="{D8CDB491-AB34-4D6E-A307-862CE8099BE6}" type="pres">
      <dgm:prSet presAssocID="{95750756-13D6-40F2-8A25-A475668C227B}" presName="item" presStyleCnt="0"/>
      <dgm:spPr/>
    </dgm:pt>
    <dgm:pt modelId="{C4E8B5CD-0558-4EBE-BF7D-1842693715BC}" type="pres">
      <dgm:prSet presAssocID="{95750756-13D6-40F2-8A25-A475668C227B}" presName="anchor" presStyleCnt="0"/>
      <dgm:spPr/>
    </dgm:pt>
    <dgm:pt modelId="{79A816A9-3211-4809-9460-E4B87D154A2F}" type="pres">
      <dgm:prSet presAssocID="{95750756-13D6-40F2-8A25-A475668C227B}" presName="titleText" presStyleLbl="revTx" presStyleIdx="0" presStyleCnt="0">
        <dgm:presLayoutVars>
          <dgm:chMax val="0"/>
          <dgm:chPref val="0"/>
        </dgm:presLayoutVars>
      </dgm:prSet>
      <dgm:spPr/>
    </dgm:pt>
    <dgm:pt modelId="{6A38E982-F848-4083-8EFD-02521BB6A723}" type="pres">
      <dgm:prSet presAssocID="{0825418A-9E20-4345-B75E-0F9E13F4BB05}" presName="numCircle" presStyleLbl="node1NoLn" presStyleIdx="0" presStyleCnt="4">
        <dgm:presLayoutVars>
          <dgm:chMax val="0"/>
          <dgm:bulletEnabled/>
        </dgm:presLayoutVars>
      </dgm:prSet>
      <dgm:spPr>
        <a:xfrm>
          <a:off x="640597" y="46361"/>
          <a:ext cx="1064115" cy="1064115"/>
        </a:xfrm>
        <a:prstGeom prst="ellipse">
          <a:avLst/>
        </a:prstGeom>
      </dgm:spPr>
    </dgm:pt>
    <dgm:pt modelId="{54DF3F48-6C60-4745-B39C-427BCAA1A044}" type="pres">
      <dgm:prSet presAssocID="{95750756-13D6-40F2-8A25-A475668C227B}" presName="descText" presStyleLbl="revTx" presStyleIdx="0" presStyleCnt="0">
        <dgm:presLayoutVars>
          <dgm:chMax val="0"/>
          <dgm:chPref val="0"/>
        </dgm:presLayoutVars>
      </dgm:prSet>
      <dgm:spPr/>
    </dgm:pt>
    <dgm:pt modelId="{9526DE11-EA59-4E0E-8D35-ED5DF9EA823C}" type="pres">
      <dgm:prSet presAssocID="{0825418A-9E20-4345-B75E-0F9E13F4BB05}" presName="connector" presStyleLbl="dkBgShp" presStyleIdx="0" presStyleCnt="3"/>
      <dgm:spPr/>
    </dgm:pt>
    <dgm:pt modelId="{3CE444B7-0362-4A9D-AFE4-8E1F507A41A4}" type="pres">
      <dgm:prSet presAssocID="{D4C2DDA9-151B-4667-A715-2B55BD68333E}" presName="item" presStyleCnt="0"/>
      <dgm:spPr/>
    </dgm:pt>
    <dgm:pt modelId="{A8655317-1CBA-43E6-B952-8783357CA4A5}" type="pres">
      <dgm:prSet presAssocID="{D4C2DDA9-151B-4667-A715-2B55BD68333E}" presName="anchor" presStyleCnt="0"/>
      <dgm:spPr/>
    </dgm:pt>
    <dgm:pt modelId="{A7CA3438-F594-4019-855C-962100ED3EDD}" type="pres">
      <dgm:prSet presAssocID="{D4C2DDA9-151B-4667-A715-2B55BD68333E}" presName="titleText" presStyleLbl="revTx" presStyleIdx="0" presStyleCnt="0">
        <dgm:presLayoutVars>
          <dgm:chMax val="0"/>
          <dgm:chPref val="0"/>
        </dgm:presLayoutVars>
      </dgm:prSet>
      <dgm:spPr/>
    </dgm:pt>
    <dgm:pt modelId="{7C583C66-DA74-4799-8FB3-2F12230B64AC}" type="pres">
      <dgm:prSet presAssocID="{70C1C66C-E53D-46EB-9EAC-F9131D94C7CE}" presName="numCircle" presStyleLbl="node1NoLn" presStyleIdx="1" presStyleCnt="4">
        <dgm:presLayoutVars>
          <dgm:chMax val="0"/>
          <dgm:bulletEnabled/>
        </dgm:presLayoutVars>
      </dgm:prSet>
      <dgm:spPr>
        <a:xfrm>
          <a:off x="640597" y="1295541"/>
          <a:ext cx="1064115" cy="1064115"/>
        </a:xfrm>
        <a:prstGeom prst="ellipse">
          <a:avLst/>
        </a:prstGeom>
      </dgm:spPr>
    </dgm:pt>
    <dgm:pt modelId="{9D9827A8-0633-43C8-A17C-D8E4662CA4C6}" type="pres">
      <dgm:prSet presAssocID="{D4C2DDA9-151B-4667-A715-2B55BD68333E}" presName="descText" presStyleLbl="revTx" presStyleIdx="0" presStyleCnt="0">
        <dgm:presLayoutVars>
          <dgm:chMax val="0"/>
          <dgm:chPref val="0"/>
        </dgm:presLayoutVars>
      </dgm:prSet>
      <dgm:spPr/>
    </dgm:pt>
    <dgm:pt modelId="{0D26C5E6-1FE3-48FA-9015-1469CFCB81BA}" type="pres">
      <dgm:prSet presAssocID="{70C1C66C-E53D-46EB-9EAC-F9131D94C7CE}" presName="connector" presStyleLbl="dkBgShp" presStyleIdx="1" presStyleCnt="3"/>
      <dgm:spPr>
        <a:xfrm rot="5400000">
          <a:off x="1080123" y="2438309"/>
          <a:ext cx="185063" cy="27759"/>
        </a:xfrm>
        <a:prstGeom prst="rect">
          <a:avLst/>
        </a:prstGeom>
      </dgm:spPr>
    </dgm:pt>
    <dgm:pt modelId="{69B36423-7075-4A71-99EC-111FEE448E20}" type="pres">
      <dgm:prSet presAssocID="{04347AF2-B78E-41E1-99D7-2C64A49BAF3B}" presName="item" presStyleCnt="0"/>
      <dgm:spPr/>
    </dgm:pt>
    <dgm:pt modelId="{450C34C7-3D50-4C3D-90AF-5223451CD932}" type="pres">
      <dgm:prSet presAssocID="{04347AF2-B78E-41E1-99D7-2C64A49BAF3B}" presName="anchor" presStyleCnt="0"/>
      <dgm:spPr/>
    </dgm:pt>
    <dgm:pt modelId="{077A6049-77E4-4FDB-A854-26C67ADD65DC}" type="pres">
      <dgm:prSet presAssocID="{04347AF2-B78E-41E1-99D7-2C64A49BAF3B}" presName="titleText" presStyleLbl="revTx" presStyleIdx="0" presStyleCnt="0">
        <dgm:presLayoutVars>
          <dgm:chMax val="0"/>
          <dgm:chPref val="0"/>
        </dgm:presLayoutVars>
      </dgm:prSet>
      <dgm:spPr/>
    </dgm:pt>
    <dgm:pt modelId="{12BC92B8-AD81-42F0-A1B6-DC0FBC29FC24}" type="pres">
      <dgm:prSet presAssocID="{33726C5E-4F06-42E2-AA8F-5B639DAB451D}" presName="numCircle" presStyleLbl="node1NoLn" presStyleIdx="2" presStyleCnt="4">
        <dgm:presLayoutVars>
          <dgm:chMax val="0"/>
          <dgm:bulletEnabled/>
        </dgm:presLayoutVars>
      </dgm:prSet>
      <dgm:spPr/>
    </dgm:pt>
    <dgm:pt modelId="{7F179C37-066E-497F-91ED-B26A997F9ADA}" type="pres">
      <dgm:prSet presAssocID="{04347AF2-B78E-41E1-99D7-2C64A49BAF3B}" presName="descText" presStyleLbl="revTx" presStyleIdx="0" presStyleCnt="0">
        <dgm:presLayoutVars>
          <dgm:chMax val="0"/>
          <dgm:chPref val="0"/>
        </dgm:presLayoutVars>
      </dgm:prSet>
      <dgm:spPr/>
    </dgm:pt>
    <dgm:pt modelId="{986FE559-B198-4045-A1AE-DD79AE1B3E2F}" type="pres">
      <dgm:prSet presAssocID="{33726C5E-4F06-42E2-AA8F-5B639DAB451D}" presName="connector" presStyleLbl="dkBgShp" presStyleIdx="2" presStyleCnt="3"/>
      <dgm:spPr>
        <a:xfrm rot="5400000">
          <a:off x="1080123" y="3687488"/>
          <a:ext cx="185063" cy="27759"/>
        </a:xfrm>
        <a:prstGeom prst="rect">
          <a:avLst/>
        </a:prstGeom>
      </dgm:spPr>
    </dgm:pt>
    <dgm:pt modelId="{F4305849-09E0-481C-8F3D-CC5234A9AA8E}" type="pres">
      <dgm:prSet presAssocID="{036B4BDA-B005-4B45-A514-DCDB21FCB914}" presName="item" presStyleCnt="0"/>
      <dgm:spPr/>
    </dgm:pt>
    <dgm:pt modelId="{96701439-DBBA-4D7A-AB5B-62E1CD4A8770}" type="pres">
      <dgm:prSet presAssocID="{036B4BDA-B005-4B45-A514-DCDB21FCB914}" presName="anchor" presStyleCnt="0"/>
      <dgm:spPr/>
    </dgm:pt>
    <dgm:pt modelId="{A747CBC9-30B1-47EF-AAFA-6F4D1DC4037F}" type="pres">
      <dgm:prSet presAssocID="{036B4BDA-B005-4B45-A514-DCDB21FCB914}" presName="titleText" presStyleLbl="revTx" presStyleIdx="0" presStyleCnt="0">
        <dgm:presLayoutVars>
          <dgm:chMax val="0"/>
          <dgm:chPref val="0"/>
        </dgm:presLayoutVars>
      </dgm:prSet>
      <dgm:spPr/>
    </dgm:pt>
    <dgm:pt modelId="{1A0D4174-8B5B-4534-989F-E41D2F01E24D}" type="pres">
      <dgm:prSet presAssocID="{4FE0A90D-ADE6-4DC3-AEE6-058321AEC6C2}" presName="numCircle" presStyleLbl="node1NoLn" presStyleIdx="3" presStyleCnt="4">
        <dgm:presLayoutVars>
          <dgm:chMax val="0"/>
          <dgm:bulletEnabled/>
        </dgm:presLayoutVars>
      </dgm:prSet>
      <dgm:spPr>
        <a:xfrm>
          <a:off x="640597" y="3793900"/>
          <a:ext cx="1064115" cy="1064115"/>
        </a:xfrm>
        <a:prstGeom prst="ellipse">
          <a:avLst/>
        </a:prstGeom>
      </dgm:spPr>
    </dgm:pt>
    <dgm:pt modelId="{C12A1F79-7BAD-4DD7-987A-8111252A2E19}" type="pres">
      <dgm:prSet presAssocID="{036B4BDA-B005-4B45-A514-DCDB21FCB914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A7021E1A-C4CE-4802-945F-90D8DA761C65}" type="presOf" srcId="{0825418A-9E20-4345-B75E-0F9E13F4BB05}" destId="{6A38E982-F848-4083-8EFD-02521BB6A723}" srcOrd="0" destOrd="0" presId="urn:microsoft.com/office/officeart/2026/layout/NumberedDotsVertical"/>
    <dgm:cxn modelId="{06BA3533-24AA-45E2-8C79-69169F2D5C1D}" type="presOf" srcId="{0825418A-9E20-4345-B75E-0F9E13F4BB05}" destId="{9526DE11-EA59-4E0E-8D35-ED5DF9EA823C}" srcOrd="1" destOrd="0" presId="urn:microsoft.com/office/officeart/2026/layout/NumberedDotsVertical"/>
    <dgm:cxn modelId="{49E41F3F-E569-4BEB-AE4B-52CB88B9518D}" type="presOf" srcId="{33726C5E-4F06-42E2-AA8F-5B639DAB451D}" destId="{986FE559-B198-4045-A1AE-DD79AE1B3E2F}" srcOrd="1" destOrd="0" presId="urn:microsoft.com/office/officeart/2026/layout/NumberedDotsVertical"/>
    <dgm:cxn modelId="{A09C745C-81B6-4215-86CA-2B229B5D277F}" type="presOf" srcId="{3E3D1FC0-0D8D-4E8B-9198-D33B2EE290FF}" destId="{9D9827A8-0633-43C8-A17C-D8E4662CA4C6}" srcOrd="0" destOrd="0" presId="urn:microsoft.com/office/officeart/2026/layout/NumberedDotsVertical"/>
    <dgm:cxn modelId="{AB973047-FAF1-465A-B762-0DA71A319EC6}" srcId="{D4C2DDA9-151B-4667-A715-2B55BD68333E}" destId="{3E3D1FC0-0D8D-4E8B-9198-D33B2EE290FF}" srcOrd="0" destOrd="0" parTransId="{15A699BC-B947-45D4-8964-72319FB63AEE}" sibTransId="{76BB97EE-52A3-4997-800D-F538E5DC89C8}"/>
    <dgm:cxn modelId="{A6433D4E-9D1E-4E63-AFFF-35DFD68727F7}" srcId="{13719B43-DC23-4FA3-9E49-219E4861C4CA}" destId="{D4C2DDA9-151B-4667-A715-2B55BD68333E}" srcOrd="1" destOrd="0" parTransId="{DD33C565-3F7E-4049-825F-1D2C10AFEF23}" sibTransId="{70C1C66C-E53D-46EB-9EAC-F9131D94C7CE}"/>
    <dgm:cxn modelId="{D6CF0859-248D-4036-90F2-D11F36B0E6C2}" type="presOf" srcId="{036B4BDA-B005-4B45-A514-DCDB21FCB914}" destId="{A747CBC9-30B1-47EF-AAFA-6F4D1DC4037F}" srcOrd="0" destOrd="0" presId="urn:microsoft.com/office/officeart/2026/layout/NumberedDotsVertical"/>
    <dgm:cxn modelId="{D6467780-5672-4EC0-88E2-C27727B9708D}" type="presOf" srcId="{95750756-13D6-40F2-8A25-A475668C227B}" destId="{79A816A9-3211-4809-9460-E4B87D154A2F}" srcOrd="0" destOrd="0" presId="urn:microsoft.com/office/officeart/2026/layout/NumberedDotsVertical"/>
    <dgm:cxn modelId="{67722787-2CDF-4CDC-B9BE-96BC649672DC}" srcId="{13719B43-DC23-4FA3-9E49-219E4861C4CA}" destId="{04347AF2-B78E-41E1-99D7-2C64A49BAF3B}" srcOrd="2" destOrd="0" parTransId="{A87DFE5C-6EEE-4BA9-9DC8-8672D765BE54}" sibTransId="{33726C5E-4F06-42E2-AA8F-5B639DAB451D}"/>
    <dgm:cxn modelId="{F4D37F9D-3C12-4FF1-9450-3C21E0A199B4}" type="presOf" srcId="{70C1C66C-E53D-46EB-9EAC-F9131D94C7CE}" destId="{7C583C66-DA74-4799-8FB3-2F12230B64AC}" srcOrd="0" destOrd="0" presId="urn:microsoft.com/office/officeart/2026/layout/NumberedDotsVertical"/>
    <dgm:cxn modelId="{A57D7BB7-166A-4B26-977C-D93E65C82E64}" type="presOf" srcId="{D4C2DDA9-151B-4667-A715-2B55BD68333E}" destId="{A7CA3438-F594-4019-855C-962100ED3EDD}" srcOrd="0" destOrd="0" presId="urn:microsoft.com/office/officeart/2026/layout/NumberedDotsVertical"/>
    <dgm:cxn modelId="{2340D0C3-7865-4C96-8B73-00CC09350196}" srcId="{13719B43-DC23-4FA3-9E49-219E4861C4CA}" destId="{036B4BDA-B005-4B45-A514-DCDB21FCB914}" srcOrd="3" destOrd="0" parTransId="{2B764820-BAC4-4028-9E9A-2B33870F3D29}" sibTransId="{4FE0A90D-ADE6-4DC3-AEE6-058321AEC6C2}"/>
    <dgm:cxn modelId="{D063E4D2-C49A-40C9-9833-75900A4E1843}" type="presOf" srcId="{04347AF2-B78E-41E1-99D7-2C64A49BAF3B}" destId="{077A6049-77E4-4FDB-A854-26C67ADD65DC}" srcOrd="0" destOrd="0" presId="urn:microsoft.com/office/officeart/2026/layout/NumberedDotsVertical"/>
    <dgm:cxn modelId="{806180D3-0079-44CB-90D6-9BF47EDE4759}" srcId="{95750756-13D6-40F2-8A25-A475668C227B}" destId="{C3380D3F-4567-4A6F-BCBB-79D14F982407}" srcOrd="0" destOrd="0" parTransId="{03888F11-ED1A-4347-96D2-E0512E5B5F80}" sibTransId="{EA47C814-A0BA-4168-AC6B-2B2EDDFF9452}"/>
    <dgm:cxn modelId="{40A067DB-FEEF-446F-B0C7-A038B29894EB}" type="presOf" srcId="{C3380D3F-4567-4A6F-BCBB-79D14F982407}" destId="{54DF3F48-6C60-4745-B39C-427BCAA1A044}" srcOrd="0" destOrd="0" presId="urn:microsoft.com/office/officeart/2026/layout/NumberedDotsVertical"/>
    <dgm:cxn modelId="{DB7C4EE1-A69F-4605-B3B4-08DC42303773}" type="presOf" srcId="{62EA9BF4-6EE0-4124-8D04-468814766FA8}" destId="{C12A1F79-7BAD-4DD7-987A-8111252A2E19}" srcOrd="0" destOrd="0" presId="urn:microsoft.com/office/officeart/2026/layout/NumberedDotsVertical"/>
    <dgm:cxn modelId="{6E12B9E2-E458-4E59-A8FB-C224A700B828}" type="presOf" srcId="{33726C5E-4F06-42E2-AA8F-5B639DAB451D}" destId="{12BC92B8-AD81-42F0-A1B6-DC0FBC29FC24}" srcOrd="0" destOrd="0" presId="urn:microsoft.com/office/officeart/2026/layout/NumberedDotsVertical"/>
    <dgm:cxn modelId="{2645FEE7-B78A-4150-B989-296BECFEC658}" type="presOf" srcId="{4FE0A90D-ADE6-4DC3-AEE6-058321AEC6C2}" destId="{1A0D4174-8B5B-4534-989F-E41D2F01E24D}" srcOrd="0" destOrd="0" presId="urn:microsoft.com/office/officeart/2026/layout/NumberedDotsVertical"/>
    <dgm:cxn modelId="{6B70DBEA-E3A9-4B0E-B403-2662E35DBE4D}" srcId="{036B4BDA-B005-4B45-A514-DCDB21FCB914}" destId="{62EA9BF4-6EE0-4124-8D04-468814766FA8}" srcOrd="0" destOrd="0" parTransId="{5D43AC9E-E7F8-4FD1-8140-4A3D3FA6F1DB}" sibTransId="{9FC7438B-AE84-41AC-8AD3-5F43DB58E2CF}"/>
    <dgm:cxn modelId="{A0F796ED-3F24-4B36-BC71-D09F9EC3C6C9}" type="presOf" srcId="{13719B43-DC23-4FA3-9E49-219E4861C4CA}" destId="{4B3E39BA-E71F-4D52-9BF2-A41ACDC76F20}" srcOrd="0" destOrd="0" presId="urn:microsoft.com/office/officeart/2026/layout/NumberedDotsVertical"/>
    <dgm:cxn modelId="{95DA30F1-A606-4BC8-AEC7-538C668226B3}" type="presOf" srcId="{70C1C66C-E53D-46EB-9EAC-F9131D94C7CE}" destId="{0D26C5E6-1FE3-48FA-9015-1469CFCB81BA}" srcOrd="1" destOrd="0" presId="urn:microsoft.com/office/officeart/2026/layout/NumberedDotsVertical"/>
    <dgm:cxn modelId="{8A3DD7F2-4BE1-4C4F-8CF8-621AD4E3EB5F}" type="presOf" srcId="{F62ABEA7-8144-4F07-9CE5-07E1B1D52703}" destId="{7F179C37-066E-497F-91ED-B26A997F9ADA}" srcOrd="0" destOrd="0" presId="urn:microsoft.com/office/officeart/2026/layout/NumberedDotsVertical"/>
    <dgm:cxn modelId="{02CD69FC-1410-4E47-A126-18C0582F2B2E}" srcId="{04347AF2-B78E-41E1-99D7-2C64A49BAF3B}" destId="{F62ABEA7-8144-4F07-9CE5-07E1B1D52703}" srcOrd="0" destOrd="0" parTransId="{8418D32B-ECBD-4C32-8AD1-C58DCACAB030}" sibTransId="{24BC61D6-D338-4077-A08A-BD7B652EAFCB}"/>
    <dgm:cxn modelId="{2BB47FFF-0A4A-42B1-B256-23BA1D9F827C}" srcId="{13719B43-DC23-4FA3-9E49-219E4861C4CA}" destId="{95750756-13D6-40F2-8A25-A475668C227B}" srcOrd="0" destOrd="0" parTransId="{9AD8F9A0-40EA-49AA-A92E-2178CB81EAAD}" sibTransId="{0825418A-9E20-4345-B75E-0F9E13F4BB05}"/>
    <dgm:cxn modelId="{B56FF0D7-61A1-4511-B03A-D079EC203619}" type="presParOf" srcId="{4B3E39BA-E71F-4D52-9BF2-A41ACDC76F20}" destId="{5A74017F-57C8-4D67-AFD3-CCD9A562EB19}" srcOrd="0" destOrd="0" presId="urn:microsoft.com/office/officeart/2026/layout/NumberedDotsVertical"/>
    <dgm:cxn modelId="{ED4E1925-429E-494F-A618-C7420229F829}" type="presParOf" srcId="{5A74017F-57C8-4D67-AFD3-CCD9A562EB19}" destId="{D8CDB491-AB34-4D6E-A307-862CE8099BE6}" srcOrd="0" destOrd="0" presId="urn:microsoft.com/office/officeart/2026/layout/NumberedDotsVertical"/>
    <dgm:cxn modelId="{CC7955F9-CB4F-4686-A0C8-18E24837EC7C}" type="presParOf" srcId="{D8CDB491-AB34-4D6E-A307-862CE8099BE6}" destId="{C4E8B5CD-0558-4EBE-BF7D-1842693715BC}" srcOrd="0" destOrd="0" presId="urn:microsoft.com/office/officeart/2026/layout/NumberedDotsVertical"/>
    <dgm:cxn modelId="{416F1E85-0902-40A4-8CC2-6B5B8AC95C35}" type="presParOf" srcId="{D8CDB491-AB34-4D6E-A307-862CE8099BE6}" destId="{79A816A9-3211-4809-9460-E4B87D154A2F}" srcOrd="1" destOrd="0" presId="urn:microsoft.com/office/officeart/2026/layout/NumberedDotsVertical"/>
    <dgm:cxn modelId="{F1689611-97B3-4DD2-9644-74396A39423A}" type="presParOf" srcId="{D8CDB491-AB34-4D6E-A307-862CE8099BE6}" destId="{6A38E982-F848-4083-8EFD-02521BB6A723}" srcOrd="2" destOrd="0" presId="urn:microsoft.com/office/officeart/2026/layout/NumberedDotsVertical"/>
    <dgm:cxn modelId="{CD633186-09EE-44EE-8A3E-B6304AA2FAC9}" type="presParOf" srcId="{D8CDB491-AB34-4D6E-A307-862CE8099BE6}" destId="{54DF3F48-6C60-4745-B39C-427BCAA1A044}" srcOrd="3" destOrd="0" presId="urn:microsoft.com/office/officeart/2026/layout/NumberedDotsVertical"/>
    <dgm:cxn modelId="{28178CC7-BBA8-47D2-9D36-1DB83DEEDA4E}" type="presParOf" srcId="{5A74017F-57C8-4D67-AFD3-CCD9A562EB19}" destId="{9526DE11-EA59-4E0E-8D35-ED5DF9EA823C}" srcOrd="1" destOrd="0" presId="urn:microsoft.com/office/officeart/2026/layout/NumberedDotsVertical"/>
    <dgm:cxn modelId="{8128F467-1393-45B9-B4E4-25564A1FC968}" type="presParOf" srcId="{5A74017F-57C8-4D67-AFD3-CCD9A562EB19}" destId="{3CE444B7-0362-4A9D-AFE4-8E1F507A41A4}" srcOrd="2" destOrd="0" presId="urn:microsoft.com/office/officeart/2026/layout/NumberedDotsVertical"/>
    <dgm:cxn modelId="{4320C29B-9326-4B27-9A95-5B94CACAF29C}" type="presParOf" srcId="{3CE444B7-0362-4A9D-AFE4-8E1F507A41A4}" destId="{A8655317-1CBA-43E6-B952-8783357CA4A5}" srcOrd="0" destOrd="0" presId="urn:microsoft.com/office/officeart/2026/layout/NumberedDotsVertical"/>
    <dgm:cxn modelId="{1BDA39E9-96C5-4616-B39B-8C046FF6D32F}" type="presParOf" srcId="{3CE444B7-0362-4A9D-AFE4-8E1F507A41A4}" destId="{A7CA3438-F594-4019-855C-962100ED3EDD}" srcOrd="1" destOrd="0" presId="urn:microsoft.com/office/officeart/2026/layout/NumberedDotsVertical"/>
    <dgm:cxn modelId="{19638707-B075-4EBB-94A5-C0A7287C0072}" type="presParOf" srcId="{3CE444B7-0362-4A9D-AFE4-8E1F507A41A4}" destId="{7C583C66-DA74-4799-8FB3-2F12230B64AC}" srcOrd="2" destOrd="0" presId="urn:microsoft.com/office/officeart/2026/layout/NumberedDotsVertical"/>
    <dgm:cxn modelId="{D2FDBCA8-AF03-4D9F-B6E1-30D1029DA95D}" type="presParOf" srcId="{3CE444B7-0362-4A9D-AFE4-8E1F507A41A4}" destId="{9D9827A8-0633-43C8-A17C-D8E4662CA4C6}" srcOrd="3" destOrd="0" presId="urn:microsoft.com/office/officeart/2026/layout/NumberedDotsVertical"/>
    <dgm:cxn modelId="{10D64BC3-B582-4B79-9BA1-EB2019C07F97}" type="presParOf" srcId="{5A74017F-57C8-4D67-AFD3-CCD9A562EB19}" destId="{0D26C5E6-1FE3-48FA-9015-1469CFCB81BA}" srcOrd="3" destOrd="0" presId="urn:microsoft.com/office/officeart/2026/layout/NumberedDotsVertical"/>
    <dgm:cxn modelId="{5264E978-8F27-4C0E-AA4A-5F9BE74F7FEB}" type="presParOf" srcId="{5A74017F-57C8-4D67-AFD3-CCD9A562EB19}" destId="{69B36423-7075-4A71-99EC-111FEE448E20}" srcOrd="4" destOrd="0" presId="urn:microsoft.com/office/officeart/2026/layout/NumberedDotsVertical"/>
    <dgm:cxn modelId="{25524FBD-3B5B-49A0-B9B6-A1D71779F70D}" type="presParOf" srcId="{69B36423-7075-4A71-99EC-111FEE448E20}" destId="{450C34C7-3D50-4C3D-90AF-5223451CD932}" srcOrd="0" destOrd="0" presId="urn:microsoft.com/office/officeart/2026/layout/NumberedDotsVertical"/>
    <dgm:cxn modelId="{7A5378AE-9545-4A50-9F1E-8E36A18143D5}" type="presParOf" srcId="{69B36423-7075-4A71-99EC-111FEE448E20}" destId="{077A6049-77E4-4FDB-A854-26C67ADD65DC}" srcOrd="1" destOrd="0" presId="urn:microsoft.com/office/officeart/2026/layout/NumberedDotsVertical"/>
    <dgm:cxn modelId="{66B76140-F18A-42FF-ADCF-DA2CD078E293}" type="presParOf" srcId="{69B36423-7075-4A71-99EC-111FEE448E20}" destId="{12BC92B8-AD81-42F0-A1B6-DC0FBC29FC24}" srcOrd="2" destOrd="0" presId="urn:microsoft.com/office/officeart/2026/layout/NumberedDotsVertical"/>
    <dgm:cxn modelId="{824CD1D3-514D-4D13-A284-A89226613C02}" type="presParOf" srcId="{69B36423-7075-4A71-99EC-111FEE448E20}" destId="{7F179C37-066E-497F-91ED-B26A997F9ADA}" srcOrd="3" destOrd="0" presId="urn:microsoft.com/office/officeart/2026/layout/NumberedDotsVertical"/>
    <dgm:cxn modelId="{A4D3E70C-A311-4417-BE2E-A08008B84302}" type="presParOf" srcId="{5A74017F-57C8-4D67-AFD3-CCD9A562EB19}" destId="{986FE559-B198-4045-A1AE-DD79AE1B3E2F}" srcOrd="5" destOrd="0" presId="urn:microsoft.com/office/officeart/2026/layout/NumberedDotsVertical"/>
    <dgm:cxn modelId="{ADCF445F-122F-4631-8D48-18289B96BA31}" type="presParOf" srcId="{5A74017F-57C8-4D67-AFD3-CCD9A562EB19}" destId="{F4305849-09E0-481C-8F3D-CC5234A9AA8E}" srcOrd="6" destOrd="0" presId="urn:microsoft.com/office/officeart/2026/layout/NumberedDotsVertical"/>
    <dgm:cxn modelId="{175BAAED-8462-48C3-82F9-21E323674951}" type="presParOf" srcId="{F4305849-09E0-481C-8F3D-CC5234A9AA8E}" destId="{96701439-DBBA-4D7A-AB5B-62E1CD4A8770}" srcOrd="0" destOrd="0" presId="urn:microsoft.com/office/officeart/2026/layout/NumberedDotsVertical"/>
    <dgm:cxn modelId="{42A83263-118A-4294-B0FC-2C8F32FAC89A}" type="presParOf" srcId="{F4305849-09E0-481C-8F3D-CC5234A9AA8E}" destId="{A747CBC9-30B1-47EF-AAFA-6F4D1DC4037F}" srcOrd="1" destOrd="0" presId="urn:microsoft.com/office/officeart/2026/layout/NumberedDotsVertical"/>
    <dgm:cxn modelId="{F6B799DB-ADFE-4678-9D62-00CBE87C8EFB}" type="presParOf" srcId="{F4305849-09E0-481C-8F3D-CC5234A9AA8E}" destId="{1A0D4174-8B5B-4534-989F-E41D2F01E24D}" srcOrd="2" destOrd="0" presId="urn:microsoft.com/office/officeart/2026/layout/NumberedDotsVertical"/>
    <dgm:cxn modelId="{270D7A4D-D61C-4EC2-AD08-37E553D7722D}" type="presParOf" srcId="{F4305849-09E0-481C-8F3D-CC5234A9AA8E}" destId="{C12A1F79-7BAD-4DD7-987A-8111252A2E19}" srcOrd="3" destOrd="0" presId="urn:microsoft.com/office/officeart/2026/layout/NumberedDotsVertical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816A9-3211-4809-9460-E4B87D154A2F}">
      <dsp:nvSpPr>
        <dsp:cNvPr id="0" name=""/>
        <dsp:cNvSpPr/>
      </dsp:nvSpPr>
      <dsp:spPr>
        <a:xfrm>
          <a:off x="1989896" y="95"/>
          <a:ext cx="5832695" cy="57832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b="1" kern="1200" dirty="0" err="1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Identificación</a:t>
          </a:r>
          <a:r>
            <a:rPr lang="pt-BR" sz="1800" b="1" kern="1200" dirty="0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:</a:t>
          </a:r>
        </a:p>
      </dsp:txBody>
      <dsp:txXfrm>
        <a:off x="1989896" y="95"/>
        <a:ext cx="5832695" cy="578323"/>
      </dsp:txXfrm>
    </dsp:sp>
    <dsp:sp modelId="{6A38E982-F848-4083-8EFD-02521BB6A723}">
      <dsp:nvSpPr>
        <dsp:cNvPr id="0" name=""/>
        <dsp:cNvSpPr/>
      </dsp:nvSpPr>
      <dsp:spPr>
        <a:xfrm>
          <a:off x="640597" y="46361"/>
          <a:ext cx="1064115" cy="10641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27000" dist="50800" dir="2700000" algn="tl" rotWithShape="0">
            <a:prstClr val="black">
              <a:alpha val="50000"/>
            </a:prst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 dirty="0">
              <a:latin typeface="Inter" panose="02000503000000020004" pitchFamily="2" charset="0"/>
              <a:ea typeface="Inter" panose="02000503000000020004" pitchFamily="2" charset="0"/>
            </a:rPr>
            <a:t>1</a:t>
          </a:r>
        </a:p>
      </dsp:txBody>
      <dsp:txXfrm>
        <a:off x="796433" y="202197"/>
        <a:ext cx="752443" cy="752443"/>
      </dsp:txXfrm>
    </dsp:sp>
    <dsp:sp modelId="{54DF3F48-6C60-4745-B39C-427BCAA1A044}">
      <dsp:nvSpPr>
        <dsp:cNvPr id="0" name=""/>
        <dsp:cNvSpPr/>
      </dsp:nvSpPr>
      <dsp:spPr>
        <a:xfrm>
          <a:off x="1989896" y="578419"/>
          <a:ext cx="5832695" cy="57832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Inter" panose="02000503000000020004" pitchFamily="2" charset="0"/>
              <a:ea typeface="Inter" panose="02000503000000020004" pitchFamily="2" charset="0"/>
            </a:rPr>
            <a:t>Diagnóstico del </a:t>
          </a:r>
          <a:r>
            <a:rPr lang="pt-BR" sz="1800" kern="1200" dirty="0" err="1">
              <a:latin typeface="Inter" panose="02000503000000020004" pitchFamily="2" charset="0"/>
              <a:ea typeface="Inter" panose="02000503000000020004" pitchFamily="2" charset="0"/>
            </a:rPr>
            <a:t>flujo</a:t>
          </a:r>
          <a:r>
            <a:rPr lang="pt-BR" sz="1800" kern="1200" dirty="0">
              <a:latin typeface="Inter" panose="02000503000000020004" pitchFamily="2" charset="0"/>
              <a:ea typeface="Inter" panose="02000503000000020004" pitchFamily="2" charset="0"/>
            </a:rPr>
            <a:t> manual y </a:t>
          </a:r>
          <a:r>
            <a:rPr lang="pt-BR" sz="1800" kern="1200" dirty="0" err="1">
              <a:latin typeface="Inter" panose="02000503000000020004" pitchFamily="2" charset="0"/>
              <a:ea typeface="Inter" panose="02000503000000020004" pitchFamily="2" charset="0"/>
            </a:rPr>
            <a:t>pérdidas</a:t>
          </a:r>
          <a:r>
            <a:rPr lang="pt-BR" sz="1800" kern="1200" dirty="0">
              <a:latin typeface="Inter" panose="02000503000000020004" pitchFamily="2" charset="0"/>
              <a:ea typeface="Inter" panose="02000503000000020004" pitchFamily="2" charset="0"/>
            </a:rPr>
            <a:t>.</a:t>
          </a:r>
        </a:p>
      </dsp:txBody>
      <dsp:txXfrm>
        <a:off x="1989896" y="578419"/>
        <a:ext cx="5832695" cy="578323"/>
      </dsp:txXfrm>
    </dsp:sp>
    <dsp:sp modelId="{9526DE11-EA59-4E0E-8D35-ED5DF9EA823C}">
      <dsp:nvSpPr>
        <dsp:cNvPr id="0" name=""/>
        <dsp:cNvSpPr/>
      </dsp:nvSpPr>
      <dsp:spPr>
        <a:xfrm rot="5400000">
          <a:off x="1080123" y="1189129"/>
          <a:ext cx="185063" cy="277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27000" dist="50800" dir="2700000" algn="tl" rotWithShape="0">
            <a:prstClr val="black">
              <a:alpha val="5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 dirty="0">
              <a:latin typeface="Inter" panose="02000503000000020004" pitchFamily="2" charset="0"/>
              <a:ea typeface="Inter" panose="02000503000000020004" pitchFamily="2" charset="0"/>
            </a:rPr>
            <a:t>1</a:t>
          </a:r>
        </a:p>
      </dsp:txBody>
      <dsp:txXfrm rot="-5400000">
        <a:off x="796433" y="202197"/>
        <a:ext cx="752443" cy="752443"/>
      </dsp:txXfrm>
    </dsp:sp>
    <dsp:sp modelId="{A7CA3438-F594-4019-855C-962100ED3EDD}">
      <dsp:nvSpPr>
        <dsp:cNvPr id="0" name=""/>
        <dsp:cNvSpPr/>
      </dsp:nvSpPr>
      <dsp:spPr>
        <a:xfrm>
          <a:off x="1989896" y="1249275"/>
          <a:ext cx="5832695" cy="57832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 dirty="0" err="1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Especificación</a:t>
          </a:r>
          <a:r>
            <a:rPr lang="pt-BR" sz="1800" kern="1200" dirty="0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:</a:t>
          </a:r>
        </a:p>
      </dsp:txBody>
      <dsp:txXfrm>
        <a:off x="1989896" y="1249275"/>
        <a:ext cx="5832695" cy="578323"/>
      </dsp:txXfrm>
    </dsp:sp>
    <dsp:sp modelId="{7C583C66-DA74-4799-8FB3-2F12230B64AC}">
      <dsp:nvSpPr>
        <dsp:cNvPr id="0" name=""/>
        <dsp:cNvSpPr/>
      </dsp:nvSpPr>
      <dsp:spPr>
        <a:xfrm>
          <a:off x="640597" y="1295541"/>
          <a:ext cx="1064115" cy="10641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27000" dist="50800" dir="2700000" algn="tl" rotWithShape="0">
            <a:prstClr val="black">
              <a:alpha val="50000"/>
            </a:prst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 dirty="0">
              <a:latin typeface="Inter" panose="02000503000000020004" pitchFamily="2" charset="0"/>
              <a:ea typeface="Inter" panose="02000503000000020004" pitchFamily="2" charset="0"/>
            </a:rPr>
            <a:t>2</a:t>
          </a:r>
        </a:p>
      </dsp:txBody>
      <dsp:txXfrm>
        <a:off x="796433" y="1451377"/>
        <a:ext cx="752443" cy="752443"/>
      </dsp:txXfrm>
    </dsp:sp>
    <dsp:sp modelId="{9D9827A8-0633-43C8-A17C-D8E4662CA4C6}">
      <dsp:nvSpPr>
        <dsp:cNvPr id="0" name=""/>
        <dsp:cNvSpPr/>
      </dsp:nvSpPr>
      <dsp:spPr>
        <a:xfrm>
          <a:off x="1989896" y="1827599"/>
          <a:ext cx="5832695" cy="57832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 err="1">
              <a:latin typeface="Inter" panose="02000503000000020004" pitchFamily="2" charset="0"/>
              <a:ea typeface="Inter" panose="02000503000000020004" pitchFamily="2" charset="0"/>
            </a:rPr>
            <a:t>Selección</a:t>
          </a:r>
          <a:r>
            <a:rPr lang="pt-BR" sz="1800" kern="1200" dirty="0">
              <a:latin typeface="Inter" panose="02000503000000020004" pitchFamily="2" charset="0"/>
              <a:ea typeface="Inter" panose="02000503000000020004" pitchFamily="2" charset="0"/>
            </a:rPr>
            <a:t> de sensores y </a:t>
          </a:r>
          <a:r>
            <a:rPr lang="pt-BR" sz="1800" kern="1200" dirty="0" err="1">
              <a:latin typeface="Inter" panose="02000503000000020004" pitchFamily="2" charset="0"/>
              <a:ea typeface="Inter" panose="02000503000000020004" pitchFamily="2" charset="0"/>
            </a:rPr>
            <a:t>actuadores</a:t>
          </a:r>
          <a:r>
            <a:rPr lang="pt-BR" sz="1800" kern="1200" dirty="0">
              <a:latin typeface="Inter" panose="02000503000000020004" pitchFamily="2" charset="0"/>
              <a:ea typeface="Inter" panose="02000503000000020004" pitchFamily="2" charset="0"/>
            </a:rPr>
            <a:t> de bajo </a:t>
          </a:r>
          <a:r>
            <a:rPr lang="pt-BR" sz="1800" kern="1200" dirty="0" err="1">
              <a:latin typeface="Inter" panose="02000503000000020004" pitchFamily="2" charset="0"/>
              <a:ea typeface="Inter" panose="02000503000000020004" pitchFamily="2" charset="0"/>
            </a:rPr>
            <a:t>costo</a:t>
          </a:r>
          <a:r>
            <a:rPr lang="pt-BR" sz="1400" kern="1200" dirty="0">
              <a:latin typeface="Inter" panose="02000503000000020004" pitchFamily="2" charset="0"/>
              <a:ea typeface="Inter" panose="02000503000000020004" pitchFamily="2" charset="0"/>
            </a:rPr>
            <a:t>.</a:t>
          </a:r>
        </a:p>
      </dsp:txBody>
      <dsp:txXfrm>
        <a:off x="1989896" y="1827599"/>
        <a:ext cx="5832695" cy="578323"/>
      </dsp:txXfrm>
    </dsp:sp>
    <dsp:sp modelId="{0D26C5E6-1FE3-48FA-9015-1469CFCB81BA}">
      <dsp:nvSpPr>
        <dsp:cNvPr id="0" name=""/>
        <dsp:cNvSpPr/>
      </dsp:nvSpPr>
      <dsp:spPr>
        <a:xfrm rot="5400000">
          <a:off x="1080123" y="2438309"/>
          <a:ext cx="185063" cy="277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27000" dist="50800" dir="2700000" algn="tl" rotWithShape="0">
            <a:prstClr val="black">
              <a:alpha val="5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 dirty="0">
              <a:latin typeface="Inter" panose="02000503000000020004" pitchFamily="2" charset="0"/>
              <a:ea typeface="Inter" panose="02000503000000020004" pitchFamily="2" charset="0"/>
            </a:rPr>
            <a:t>2</a:t>
          </a:r>
        </a:p>
      </dsp:txBody>
      <dsp:txXfrm rot="-5400000">
        <a:off x="796433" y="1451377"/>
        <a:ext cx="752443" cy="752443"/>
      </dsp:txXfrm>
    </dsp:sp>
    <dsp:sp modelId="{077A6049-77E4-4FDB-A854-26C67ADD65DC}">
      <dsp:nvSpPr>
        <dsp:cNvPr id="0" name=""/>
        <dsp:cNvSpPr/>
      </dsp:nvSpPr>
      <dsp:spPr>
        <a:xfrm>
          <a:off x="1989896" y="2498454"/>
          <a:ext cx="5832695" cy="57832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 dirty="0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Integración:</a:t>
          </a:r>
        </a:p>
      </dsp:txBody>
      <dsp:txXfrm>
        <a:off x="1989896" y="2498454"/>
        <a:ext cx="5832695" cy="578323"/>
      </dsp:txXfrm>
    </dsp:sp>
    <dsp:sp modelId="{12BC92B8-AD81-42F0-A1B6-DC0FBC29FC24}">
      <dsp:nvSpPr>
        <dsp:cNvPr id="0" name=""/>
        <dsp:cNvSpPr/>
      </dsp:nvSpPr>
      <dsp:spPr>
        <a:xfrm>
          <a:off x="640597" y="2544720"/>
          <a:ext cx="1064115" cy="10641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27000" dist="50800" dir="2700000" algn="tl" rotWithShape="0">
            <a:prstClr val="black">
              <a:alpha val="50000"/>
            </a:prst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>
              <a:latin typeface="Inter" panose="02000503000000020004" pitchFamily="2" charset="0"/>
              <a:ea typeface="Inter" panose="02000503000000020004" pitchFamily="2" charset="0"/>
            </a:rPr>
            <a:t>3</a:t>
          </a:r>
        </a:p>
      </dsp:txBody>
      <dsp:txXfrm>
        <a:off x="796433" y="2700556"/>
        <a:ext cx="752443" cy="752443"/>
      </dsp:txXfrm>
    </dsp:sp>
    <dsp:sp modelId="{7F179C37-066E-497F-91ED-B26A997F9ADA}">
      <dsp:nvSpPr>
        <dsp:cNvPr id="0" name=""/>
        <dsp:cNvSpPr/>
      </dsp:nvSpPr>
      <dsp:spPr>
        <a:xfrm>
          <a:off x="1989896" y="3076778"/>
          <a:ext cx="5832695" cy="57832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 err="1">
              <a:latin typeface="Inter" panose="02000503000000020004" pitchFamily="2" charset="0"/>
              <a:ea typeface="Inter" panose="02000503000000020004" pitchFamily="2" charset="0"/>
            </a:rPr>
            <a:t>Montaje</a:t>
          </a:r>
          <a:r>
            <a:rPr lang="pt-BR" sz="1800" kern="1200" dirty="0">
              <a:latin typeface="Inter" panose="02000503000000020004" pitchFamily="2" charset="0"/>
              <a:ea typeface="Inter" panose="02000503000000020004" pitchFamily="2" charset="0"/>
            </a:rPr>
            <a:t> físico y </a:t>
          </a:r>
          <a:r>
            <a:rPr lang="pt-BR" sz="1800" kern="1200" dirty="0" err="1">
              <a:latin typeface="Inter" panose="02000503000000020004" pitchFamily="2" charset="0"/>
              <a:ea typeface="Inter" panose="02000503000000020004" pitchFamily="2" charset="0"/>
            </a:rPr>
            <a:t>programación</a:t>
          </a:r>
          <a:r>
            <a:rPr lang="pt-BR" sz="1800" kern="1200" dirty="0">
              <a:latin typeface="Inter" panose="02000503000000020004" pitchFamily="2" charset="0"/>
              <a:ea typeface="Inter" panose="02000503000000020004" pitchFamily="2" charset="0"/>
            </a:rPr>
            <a:t> del firmware </a:t>
          </a:r>
          <a:r>
            <a:rPr lang="pt-BR" sz="1800" kern="1200" dirty="0" err="1">
              <a:latin typeface="Inter" panose="02000503000000020004" pitchFamily="2" charset="0"/>
              <a:ea typeface="Inter" panose="02000503000000020004" pitchFamily="2" charset="0"/>
            </a:rPr>
            <a:t>en</a:t>
          </a:r>
          <a:r>
            <a:rPr lang="pt-BR" sz="1800" kern="1200" dirty="0">
              <a:latin typeface="Inter" panose="02000503000000020004" pitchFamily="2" charset="0"/>
              <a:ea typeface="Inter" panose="02000503000000020004" pitchFamily="2" charset="0"/>
            </a:rPr>
            <a:t> C++.</a:t>
          </a:r>
        </a:p>
      </dsp:txBody>
      <dsp:txXfrm>
        <a:off x="1989896" y="3076778"/>
        <a:ext cx="5832695" cy="578323"/>
      </dsp:txXfrm>
    </dsp:sp>
    <dsp:sp modelId="{986FE559-B198-4045-A1AE-DD79AE1B3E2F}">
      <dsp:nvSpPr>
        <dsp:cNvPr id="0" name=""/>
        <dsp:cNvSpPr/>
      </dsp:nvSpPr>
      <dsp:spPr>
        <a:xfrm rot="5400000">
          <a:off x="1080123" y="3687488"/>
          <a:ext cx="185063" cy="277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27000" dist="50800" dir="2700000" algn="tl" rotWithShape="0">
            <a:prstClr val="black">
              <a:alpha val="5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>
              <a:latin typeface="Inter" panose="02000503000000020004" pitchFamily="2" charset="0"/>
              <a:ea typeface="Inter" panose="02000503000000020004" pitchFamily="2" charset="0"/>
            </a:rPr>
            <a:t>3</a:t>
          </a:r>
        </a:p>
      </dsp:txBody>
      <dsp:txXfrm rot="-5400000">
        <a:off x="796433" y="2700556"/>
        <a:ext cx="752443" cy="752443"/>
      </dsp:txXfrm>
    </dsp:sp>
    <dsp:sp modelId="{A747CBC9-30B1-47EF-AAFA-6F4D1DC4037F}">
      <dsp:nvSpPr>
        <dsp:cNvPr id="0" name=""/>
        <dsp:cNvSpPr/>
      </dsp:nvSpPr>
      <dsp:spPr>
        <a:xfrm>
          <a:off x="1989896" y="3747634"/>
          <a:ext cx="5832695" cy="57832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b="1" kern="1200" dirty="0" err="1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Validación</a:t>
          </a:r>
          <a:r>
            <a:rPr lang="pt-BR" sz="1800" b="1" kern="1200" dirty="0">
              <a:solidFill>
                <a:srgbClr val="4285F4"/>
              </a:solidFill>
              <a:latin typeface="Inter" panose="02000503000000020004" pitchFamily="2" charset="0"/>
              <a:ea typeface="Inter" panose="02000503000000020004" pitchFamily="2" charset="0"/>
            </a:rPr>
            <a:t>:</a:t>
          </a:r>
          <a:endParaRPr lang="pt-BR" sz="1800" kern="1200" dirty="0">
            <a:solidFill>
              <a:srgbClr val="4285F4"/>
            </a:solidFill>
            <a:latin typeface="Inter" panose="02000503000000020004" pitchFamily="2" charset="0"/>
            <a:ea typeface="Inter" panose="02000503000000020004" pitchFamily="2" charset="0"/>
          </a:endParaRPr>
        </a:p>
      </dsp:txBody>
      <dsp:txXfrm>
        <a:off x="1989896" y="3747634"/>
        <a:ext cx="5832695" cy="578323"/>
      </dsp:txXfrm>
    </dsp:sp>
    <dsp:sp modelId="{1A0D4174-8B5B-4534-989F-E41D2F01E24D}">
      <dsp:nvSpPr>
        <dsp:cNvPr id="0" name=""/>
        <dsp:cNvSpPr/>
      </dsp:nvSpPr>
      <dsp:spPr>
        <a:xfrm>
          <a:off x="640597" y="3793900"/>
          <a:ext cx="1064115" cy="10641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27000" dist="50800" dir="2700000" algn="tl" rotWithShape="0">
            <a:prstClr val="black">
              <a:alpha val="50000"/>
            </a:prst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 dirty="0">
              <a:latin typeface="Inter" panose="02000503000000020004" pitchFamily="2" charset="0"/>
              <a:ea typeface="Inter" panose="02000503000000020004" pitchFamily="2" charset="0"/>
            </a:rPr>
            <a:t>4</a:t>
          </a:r>
        </a:p>
      </dsp:txBody>
      <dsp:txXfrm>
        <a:off x="796433" y="3949736"/>
        <a:ext cx="752443" cy="752443"/>
      </dsp:txXfrm>
    </dsp:sp>
    <dsp:sp modelId="{C12A1F79-7BAD-4DD7-987A-8111252A2E19}">
      <dsp:nvSpPr>
        <dsp:cNvPr id="0" name=""/>
        <dsp:cNvSpPr/>
      </dsp:nvSpPr>
      <dsp:spPr>
        <a:xfrm>
          <a:off x="1989896" y="4325958"/>
          <a:ext cx="5832695" cy="57832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 err="1">
              <a:latin typeface="Inter" panose="02000503000000020004" pitchFamily="2" charset="0"/>
              <a:ea typeface="Inter" panose="02000503000000020004" pitchFamily="2" charset="0"/>
            </a:rPr>
            <a:t>Pruebas</a:t>
          </a:r>
          <a:r>
            <a:rPr lang="pt-BR" sz="1800" kern="1200" dirty="0">
              <a:latin typeface="Inter" panose="02000503000000020004" pitchFamily="2" charset="0"/>
              <a:ea typeface="Inter" panose="02000503000000020004" pitchFamily="2" charset="0"/>
            </a:rPr>
            <a:t> físicas y </a:t>
          </a:r>
          <a:r>
            <a:rPr lang="pt-BR" sz="1800" kern="1200" dirty="0" err="1">
              <a:latin typeface="Inter" panose="02000503000000020004" pitchFamily="2" charset="0"/>
              <a:ea typeface="Inter" panose="02000503000000020004" pitchFamily="2" charset="0"/>
            </a:rPr>
            <a:t>evaluación</a:t>
          </a:r>
          <a:r>
            <a:rPr lang="pt-BR" sz="1800" kern="1200" dirty="0">
              <a:latin typeface="Inter" panose="02000503000000020004" pitchFamily="2" charset="0"/>
              <a:ea typeface="Inter" panose="02000503000000020004" pitchFamily="2" charset="0"/>
            </a:rPr>
            <a:t> matemática (TOPSIS).</a:t>
          </a:r>
        </a:p>
      </dsp:txBody>
      <dsp:txXfrm>
        <a:off x="1989896" y="4325958"/>
        <a:ext cx="5832695" cy="5783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NumberedDotsVertical">
  <dgm:title val=""/>
  <dgm:desc val=""/>
  <dgm:catLst>
    <dgm:cat type="timeline" pri="106"/>
  </dgm:catLst>
  <dgm:sampData>
    <dgm:dataModel>
      <dgm:ptLst>
        <dgm:pt modelId="0" type="doc"/>
        <dgm:pt modelId="100">
          <dgm:prSet phldrT="Add an event" phldr="1"/>
        </dgm:pt>
        <dgm:pt modelId="101">
          <dgm:prSet phldrT="Write a description of the significance of this event" phldr="1"/>
        </dgm:pt>
        <dgm:pt modelId="200">
          <dgm:prSet phldrT="Add an event" phldr="1"/>
        </dgm:pt>
        <dgm:pt modelId="201">
          <dgm:prSet phldrT="Write a description of the significance of this event" phldr="1"/>
        </dgm:pt>
        <dgm:pt modelId="300">
          <dgm:prSet phldrT="Add an event" phldr="1"/>
        </dgm:pt>
        <dgm:pt modelId="301">
          <dgm:prSet phldrT="Write a description of the significance of this event" phldr="1"/>
        </dgm:pt>
        <dgm:pt modelId="400">
          <dgm:prSet phldrT="Add an event" phldr="1"/>
        </dgm:pt>
        <dgm:pt modelId="401">
          <dgm:prSet phldrT="Write a description of the significance of this event" phldr="1"/>
        </dgm:pt>
        <dgm:pt modelId="500">
          <dgm:prSet phldrT="Add an event" phldr="1"/>
        </dgm:pt>
        <dgm:pt modelId="501">
          <dgm:prSet phldrT="Write a description of the significance of this event" phldr="1"/>
        </dgm:pt>
        <dgm:pt modelId="1100" type="sibTrans" cxnId="{390F3A6B-427B-458B-BC89-7B1C04D95223}">
          <dgm:prSet phldrT="1"/>
          <dgm:t>
            <a:bodyPr/>
            <a:lstStyle/>
            <a:p>
              <a:r>
                <a:t>1</a:t>
              </a:r>
            </a:p>
          </dgm:t>
        </dgm:pt>
        <dgm:pt modelId="1200" type="sibTrans" cxnId="{08E5065A-F54E-4836-806B-D3239D8B229D}">
          <dgm:prSet phldrT="2"/>
          <dgm:t>
            <a:bodyPr/>
            <a:lstStyle/>
            <a:p>
              <a:r>
                <a:t>2</a:t>
              </a:r>
            </a:p>
          </dgm:t>
        </dgm:pt>
        <dgm:pt modelId="1300" type="sibTrans" cxnId="{38C84925-E07B-4FAF-A9BD-748E7EEFB7A1}">
          <dgm:prSet phldrT="3"/>
          <dgm:t>
            <a:bodyPr/>
            <a:lstStyle/>
            <a:p>
              <a:r>
                <a:t>3</a:t>
              </a:r>
            </a:p>
          </dgm:t>
        </dgm:pt>
        <dgm:pt modelId="1400" type="sibTrans" cxnId="{01A6E880-2BF4-497E-8D24-4FAB994C446B}">
          <dgm:prSet phldrT="4"/>
          <dgm:t>
            <a:bodyPr/>
            <a:lstStyle/>
            <a:p>
              <a:r>
                <a:t>4</a:t>
              </a:r>
            </a:p>
          </dgm:t>
        </dgm:pt>
        <dgm:pt modelId="1500" type="sibTrans" cxnId="{5C343175-DA79-47DA-A65E-91DB04918322}">
          <dgm:prSet phldrT="5"/>
          <dgm:t>
            <a:bodyPr/>
            <a:lstStyle/>
            <a:p>
              <a:r>
                <a:t>5</a:t>
              </a:r>
            </a:p>
          </dgm:t>
        </dgm:pt>
      </dgm:ptLst>
      <dgm:cxnLst>
        <dgm:cxn modelId="1000" srcId="0" destId="100" srcOrd="0" destOrd="0" sibTransId="1100"/>
        <dgm:cxn modelId="1001" srcId="100" destId="101" srcOrd="0" destOrd="0"/>
        <dgm:cxn modelId="2000" srcId="0" destId="200" srcOrd="1" destOrd="0" sibTransId="1200"/>
        <dgm:cxn modelId="2001" srcId="200" destId="201" srcOrd="0" destOrd="0"/>
        <dgm:cxn modelId="3000" srcId="0" destId="300" srcOrd="2" destOrd="0" sibTransId="1300"/>
        <dgm:cxn modelId="3001" srcId="300" destId="301" srcOrd="0" destOrd="0"/>
        <dgm:cxn modelId="4000" srcId="0" destId="400" srcOrd="3" destOrd="0" sibTransId="1400"/>
        <dgm:cxn modelId="4001" srcId="400" destId="401" srcOrd="0" destOrd="0"/>
        <dgm:cxn modelId="5000" srcId="0" destId="500" srcOrd="4" destOrd="0" sibTransId="1500"/>
        <dgm:cxn modelId="5001" srcId="500" destId="5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itemsFlow"/>
      <dgm:constr type="w" for="ch" forName="itemsFlow" refType="w"/>
      <dgm:constr type="t" for="ch" forName="itemsFlow"/>
      <dgm:constr type="h" for="ch" forName="itemsFlow" refType="h"/>
    </dgm:constrLst>
    <dgm:ruleLst/>
    <dgm:layoutNode name="itemsFlow">
      <dgm:alg type="lin">
        <dgm:param type="linDir" val="fromT"/>
        <dgm:param type="fallback" val="1D"/>
      </dgm:alg>
      <dgm:shape xmlns:r="http://schemas.openxmlformats.org/officeDocument/2006/relationships" r:blip="">
        <dgm:adjLst/>
      </dgm:shape>
      <dgm:presOf/>
      <dgm:constrLst>
        <dgm:constr type="w" for="ch" forName="item" refType="w"/>
        <dgm:constr type="h" for="ch" forName="item" refType="h"/>
        <dgm:constr type="h" for="ch" forName="connector" refType="h" refFor="ch" refForName="item" fact="0.08"/>
        <dgm:constr type="w" for="ch" forName="connector" refType="w" fact="0.5"/>
        <dgm:constr type="stemThick" for="ch" forName="connector" op="lte" val="38100"/>
        <dgm:constr type="primFontSz" for="des" forName="titleText" op="equ"/>
        <dgm:constr type="primFontSz" for="des" forName="titleTextCentered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ctrX" for="ch" forName="numCircle" refType="h" refFor="ch" refForName="numCircle" fact="1.102"/>
            <dgm:constr type="ctrX" for="ch" forName="numCircle" refType="w" op="lte" fact="0.5"/>
            <dgm:constr type="ctrY" for="ch" forName="numCircle" refType="h" fact="0.5"/>
            <dgm:constr type="w" for="ch" forName="numCircle" refType="h" op="equ" fact="0.92"/>
            <dgm:constr type="h" for="ch" forName="numCircle" refType="h" op="equ" fact="0.92"/>
            <dgm:constr type="w" for="ch" forName="numCircle" refType="w" op="lte" fact="0.139"/>
            <dgm:constr type="h" for="ch" forName="numCircle" refType="w" op="lte" fact="0.139"/>
            <dgm:constr type="l" for="ch" forName="titleText" refType="h" refFor="ch" refForName="numCircle" fact="1.87"/>
            <dgm:constr type="t" for="ch" forName="titleText" refType="h" fact="0"/>
            <dgm:constr type="w" for="ch" forName="titleText" refType="w" fact="0.74"/>
            <dgm:constr type="h" for="ch" forName="titleText" refType="h" fact="0.5"/>
            <dgm:constr type="l" for="ch" forName="titleTextCentered" refType="h" refFor="ch" refForName="numCircle" fact="1.87"/>
            <dgm:constr type="t" for="ch" forName="titleTextCentered" refType="h" fact="0"/>
            <dgm:constr type="w" for="ch" forName="titleTextCentered" refType="w" fact="0.74"/>
            <dgm:constr type="h" for="ch" forName="titleTextCentered" refType="h"/>
            <dgm:constr type="l" for="ch" forName="descText" refType="h" refFor="ch" refForName="numCircle" fact="1.87"/>
            <dgm:constr type="t" for="ch" forName="descText" refType="h" fact="0.5"/>
            <dgm:constr type="w" for="ch" forName="descText" refType="w" fact="0.74"/>
            <dgm:constr type="h" for="ch" forName="descText" refType="h" fact="0.5"/>
            <dgm:constr type="l" for="ch" forName="descSpacer" refType="h" refFor="ch" refForName="numCircle" fact="1.87"/>
            <dgm:constr type="t" for="ch" forName="descSpacer" refType="h" fact="0.5"/>
            <dgm:constr type="w" for="ch" forName="descSpacer" refType="w" fact="0.74"/>
            <dgm:constr type="h" for="ch" forName="descSpacer" refType="h" fact="0.5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hasDescChoose">
            <dgm:if name="hasDesc" axis="ch" ptType="node" func="cnt" op="gte" val="1">
              <dgm:layoutNode name="titleText" styleLbl="revTx">
                <dgm:varLst>
                  <dgm:chMax val="0"/>
                  <dgm:chPref val="0"/>
                </dgm:varLst>
                <dgm:alg type="tx">
                  <dgm:param type="txAnchorVert" val="b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self" ptType="node"/>
                <dgm:constrLst>
                  <dgm:constr type="primFontSz" val="18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8" fact="NaN" max="NaN"/>
                </dgm:ruleLst>
              </dgm:layoutNode>
            </dgm:if>
            <dgm:else name="noDesc">
              <dgm:layoutNode name="titleTextCentered" styleLbl="revTx">
                <dgm:varLst>
                  <dgm:chMax val="0"/>
                  <dgm:chPref val="0"/>
                </dgm:varLst>
                <dgm:alg type="tx">
                  <dgm:param type="txAnchorVert" val="mid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self" ptType="node"/>
                <dgm:constrLst>
                  <dgm:constr type="primFontSz" val="18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8" fact="NaN" max="NaN"/>
                </dgm:ruleLst>
              </dgm:layoutNode>
            </dgm:else>
          </dgm:choose>
          <dgm:forEach name="numForEach" axis="followSib" ptType="sibTrans" hideLastTrans="0" cnt="1">
            <dgm:layoutNode name="numCircle" styleLbl="node1NoLn">
              <dgm:varLst>
                <dgm:chMax val="0"/>
                <dgm:bulletEnabled/>
              </dgm:varLst>
              <dgm:alg type="tx">
                <dgm:param type="txAnchorVert" val="mid"/>
                <dgm:param type="txAnchorHorzCh" val="ctr"/>
              </dgm:alg>
              <dgm:shape xmlns:r="http://schemas.openxmlformats.org/officeDocument/2006/relationships" type="ellipse" r:blip="">
                <dgm:adjLst/>
              </dgm:shape>
              <dgm:presOf axis="self" ptType="sibTrans"/>
              <dgm:constrLst>
                <dgm:constr type="primFontSz" val="36"/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6" fact="NaN" max="NaN"/>
              </dgm:ruleLst>
            </dgm:layoutNode>
          </dgm:forEach>
          <dgm:choose name="descChoose">
            <dgm:if name="showDesc" axis="ch" ptType="node" func="cnt" op="gte" val="1">
              <dgm:layoutNode name="descText" styleLbl="revTx">
                <dgm:varLst>
                  <dgm:chMax val="0"/>
                  <dgm:chPref val="0"/>
                </dgm:varLst>
                <dgm:alg type="tx">
                  <dgm:param type="txAnchorVert" val="t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des" ptType="node"/>
                <dgm:constrLst>
                  <dgm:constr type="secFontSz" val="14"/>
                  <dgm:constr type="primFontSz" refType="secFontSz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7" fact="NaN" max="NaN"/>
                </dgm:ruleLst>
              </dgm:layoutNode>
            </dgm:if>
            <dgm:else name="noDescSpacer">
              <dgm:layoutNode name="descSpac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else>
          </dgm:choose>
        </dgm:layoutNode>
        <dgm:forEach name="sibTransForEach" axis="followSib" ptType="sibTrans" cnt="1">
          <dgm:layoutNode name="connector" styleLbl="dkBgShp">
            <dgm:alg type="conn">
              <dgm:param type="begPts" val="auto"/>
              <dgm:param type="endPts" val="auto"/>
              <dgm:param type="srcNode" val="numCircle"/>
              <dgm:param type="dstNode" val="numCircle"/>
              <dgm:param type="begSty" val="noArr"/>
              <dgm:param type="endSty" val="noArr"/>
              <dgm:param type="connRout" val="stra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begPad"/>
              <dgm:constr type="endPad"/>
              <dgm:constr type="stemThick" refType="h" fact="0.3"/>
            </dgm:constrLst>
            <dgm:ruleLst/>
          </dgm:layoutNode>
        </dgm:forEach>
      </dgm:forEach>
    </dgm:layoutNode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lain"/>
          </dgm1611:buPr>
        </dgm1611:autoBuNodeInfo>
      </dgm1611:autoBuNodeInfoLst>
    </a:ex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ontserrat Black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Montserrat Black" pitchFamily="2" charset="0"/>
          <a:ea typeface="Montserrat Black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Inter" panose="02000503000000020004" pitchFamily="2" charset="0"/>
          <a:ea typeface="Inter" panose="02000503000000020004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mailto:valdirneto100c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Campus São João Evangelista.png — Instituto Federal de Educação, Ciência e  Tecnologia de Minas Gerais IFMG">
            <a:extLst>
              <a:ext uri="{FF2B5EF4-FFF2-40B4-BE49-F238E27FC236}">
                <a16:creationId xmlns:a16="http://schemas.microsoft.com/office/drawing/2014/main" id="{08B5C695-8682-D27E-4CCE-FF82E5542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39" y="2085136"/>
            <a:ext cx="1641334" cy="2687728"/>
          </a:xfrm>
          <a:prstGeom prst="rect">
            <a:avLst/>
          </a:prstGeom>
        </p:spPr>
      </p:pic>
      <p:pic>
        <p:nvPicPr>
          <p:cNvPr id="7" name="Imagem 6" descr="Universidad... - Universidad Politécnica de Altamira">
            <a:extLst>
              <a:ext uri="{FF2B5EF4-FFF2-40B4-BE49-F238E27FC236}">
                <a16:creationId xmlns:a16="http://schemas.microsoft.com/office/drawing/2014/main" id="{CAE26256-869C-843F-6E4B-92803FDCCC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125" t="11283" r="21440" b="10420"/>
          <a:stretch>
            <a:fillRect/>
          </a:stretch>
        </p:blipFill>
        <p:spPr>
          <a:xfrm>
            <a:off x="10098391" y="2085136"/>
            <a:ext cx="1937270" cy="268772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5B4C9ED-9348-131F-DA36-467958450EE6}"/>
              </a:ext>
            </a:extLst>
          </p:cNvPr>
          <p:cNvSpPr txBox="1"/>
          <p:nvPr/>
        </p:nvSpPr>
        <p:spPr>
          <a:xfrm>
            <a:off x="156339" y="902621"/>
            <a:ext cx="118793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200" noProof="0" dirty="0">
                <a:latin typeface="Montserrat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Automatización del proceso de envasado de yogur para la mitigación de pérdidas productivas utilizando un prototipo robótico basado en la plataforma Arduino y Análisis de Decisiones: estudio de caso en el IFMG-SJE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55A48CF-F61E-ECC1-247D-F44B4168E4E9}"/>
              </a:ext>
            </a:extLst>
          </p:cNvPr>
          <p:cNvSpPr txBox="1"/>
          <p:nvPr/>
        </p:nvSpPr>
        <p:spPr>
          <a:xfrm>
            <a:off x="1949960" y="2593714"/>
            <a:ext cx="8148432" cy="36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Asesor: </a:t>
            </a:r>
            <a:r>
              <a:rPr lang="es-MX" sz="1800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Dr. David Lerma Ledezma, Universidad Politécnica de Altamira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D1CAC3A-19D4-30F0-4129-E24ABFE3BF90}"/>
              </a:ext>
            </a:extLst>
          </p:cNvPr>
          <p:cNvSpPr txBox="1"/>
          <p:nvPr/>
        </p:nvSpPr>
        <p:spPr>
          <a:xfrm>
            <a:off x="1873816" y="3348447"/>
            <a:ext cx="814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Estudiante:</a:t>
            </a:r>
            <a:r>
              <a:rPr lang="es-MX" sz="1800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 Valdir de Souza Carvalho Neto, Instituto Federal de Educação, Ciência e Tecnologia de Minas Gerais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998656C-B05B-FC1F-D40B-7A9D91935795}"/>
              </a:ext>
            </a:extLst>
          </p:cNvPr>
          <p:cNvSpPr txBox="1"/>
          <p:nvPr/>
        </p:nvSpPr>
        <p:spPr>
          <a:xfrm>
            <a:off x="1949959" y="4381740"/>
            <a:ext cx="8148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ODS a la que contribuye:</a:t>
            </a:r>
            <a:r>
              <a:rPr lang="es-MX" sz="1800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 ODS 9 (Industria, Innovación e Infraestructura) e ODS 12 (Producción y Consumo Responsables).</a:t>
            </a:r>
            <a:endParaRPr lang="es-MX" sz="1800" b="1" noProof="0" dirty="0">
              <a:latin typeface="Inter" panose="02000503000000020004" pitchFamily="2" charset="0"/>
              <a:ea typeface="Inter" panose="02000503000000020004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9500D-F510-5168-883B-2EC5062DE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Introducción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359DFB-F785-1C76-CCD8-B907C2C64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4128"/>
            <a:ext cx="10515600" cy="5152835"/>
          </a:xfrm>
        </p:spPr>
        <p:txBody>
          <a:bodyPr anchor="ctr">
            <a:normAutofit/>
          </a:bodyPr>
          <a:lstStyle/>
          <a:p>
            <a:pPr marL="114300" indent="0" algn="just">
              <a:buNone/>
            </a:pPr>
            <a:r>
              <a:rPr lang="es-MX" sz="2400" b="1" noProof="0" dirty="0"/>
              <a:t>	Antecedentes:</a:t>
            </a:r>
            <a:r>
              <a:rPr lang="es-MX" sz="2400" noProof="0" dirty="0"/>
              <a:t> El fraccionamiento del yogur (200 g, 500 g y 1 kg) ocurría de forma estrictamente manual. Esto generaba el fenómeno del </a:t>
            </a:r>
            <a:r>
              <a:rPr lang="es-MX" sz="2400" i="1" noProof="0" dirty="0"/>
              <a:t>giveaway</a:t>
            </a:r>
            <a:r>
              <a:rPr lang="es-MX" sz="2400" noProof="0" dirty="0"/>
              <a:t> (excesos fluctuantes de hasta 42 gramos por recipiente) y aumentaba la aireación de la masa, poniendo en riesgo la viabilidad de las bacterias probióticas.</a:t>
            </a:r>
          </a:p>
          <a:p>
            <a:pPr marL="114300" indent="0" algn="just">
              <a:buNone/>
            </a:pPr>
            <a:endParaRPr lang="es-MX" sz="1400" noProof="0" dirty="0"/>
          </a:p>
          <a:p>
            <a:pPr marL="114300" indent="0" algn="just">
              <a:buNone/>
            </a:pPr>
            <a:r>
              <a:rPr lang="es-MX" sz="2400" b="1" noProof="0" dirty="0"/>
              <a:t>	Hipótesis:</a:t>
            </a:r>
            <a:r>
              <a:rPr lang="es-MX" sz="2400" noProof="0" dirty="0"/>
              <a:t> La creación de una solución robótica de bajo costo basada en la plataforma </a:t>
            </a:r>
            <a:r>
              <a:rPr lang="es-MX" sz="2400" b="1" noProof="0" dirty="0">
                <a:solidFill>
                  <a:srgbClr val="4285F4"/>
                </a:solidFill>
              </a:rPr>
              <a:t>Arduino</a:t>
            </a:r>
            <a:r>
              <a:rPr lang="es-MX" sz="2400" noProof="0" dirty="0"/>
              <a:t> es capaz de mitigar las pérdidas de insumos y optimizar la mano de obra. </a:t>
            </a:r>
          </a:p>
        </p:txBody>
      </p:sp>
    </p:spTree>
    <p:extLst>
      <p:ext uri="{BB962C8B-B14F-4D97-AF65-F5344CB8AC3E}">
        <p14:creationId xmlns:p14="http://schemas.microsoft.com/office/powerpoint/2010/main" val="2350418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4256E-CAC4-9A91-D5A1-DA8908943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441ED-306F-74D7-37DD-442340D9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Introducción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B921E3-FAE2-3A69-8CD0-CB5BD0535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4128"/>
            <a:ext cx="10515600" cy="5152835"/>
          </a:xfrm>
        </p:spPr>
        <p:txBody>
          <a:bodyPr anchor="ctr"/>
          <a:lstStyle/>
          <a:p>
            <a:pPr marL="114300" indent="0" algn="just">
              <a:buNone/>
            </a:pPr>
            <a:r>
              <a:rPr lang="es-MX" b="1" noProof="0" dirty="0"/>
              <a:t>	</a:t>
            </a:r>
            <a:r>
              <a:rPr lang="es-MX" sz="2400" b="1" noProof="0" dirty="0"/>
              <a:t>Objetivo general:</a:t>
            </a:r>
            <a:r>
              <a:rPr lang="es-MX" sz="2400" noProof="0" dirty="0"/>
              <a:t> Construir un sistema microcontrolado que automatice el proceso de envasado del yogur producido en la Agroindustria del IFMG-SJE.</a:t>
            </a:r>
          </a:p>
          <a:p>
            <a:pPr marL="114300" indent="0" algn="just">
              <a:buNone/>
            </a:pPr>
            <a:endParaRPr lang="es-MX" sz="1400" noProof="0" dirty="0"/>
          </a:p>
          <a:p>
            <a:pPr marL="114300" indent="0" algn="just">
              <a:buNone/>
            </a:pPr>
            <a:r>
              <a:rPr lang="es-MX" sz="2400" b="1" noProof="0" dirty="0"/>
              <a:t>	Objetivos específicos: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MX" sz="2400" noProof="0" dirty="0"/>
              <a:t>Especificar y seleccionar componentes electrónicos de bajo costo compatibles con Arduino. 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s-MX" sz="2400" noProof="0" dirty="0"/>
              <a:t>Integrar </a:t>
            </a:r>
            <a:r>
              <a:rPr lang="es-MX" sz="2400" i="1" noProof="0" dirty="0"/>
              <a:t>hardware</a:t>
            </a:r>
            <a:r>
              <a:rPr lang="es-MX" sz="2400" noProof="0" dirty="0"/>
              <a:t> y </a:t>
            </a:r>
            <a:r>
              <a:rPr lang="es-MX" sz="2400" i="1" noProof="0" dirty="0"/>
              <a:t>software</a:t>
            </a:r>
            <a:r>
              <a:rPr lang="es-MX" sz="2400" noProof="0" dirty="0"/>
              <a:t>, programando la lógica de control gravimétrico. 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s-MX" sz="2400" noProof="0" dirty="0"/>
              <a:t>Validar el funcionamiento mediante pruebas prácticas y Análisis de Decisiones Multicriterio (TOPSIS). </a:t>
            </a:r>
          </a:p>
          <a:p>
            <a:pPr marL="114300" indent="0" algn="just">
              <a:buNone/>
            </a:pPr>
            <a:endParaRPr lang="es-MX" b="1" noProof="0" dirty="0"/>
          </a:p>
        </p:txBody>
      </p:sp>
    </p:spTree>
    <p:extLst>
      <p:ext uri="{BB962C8B-B14F-4D97-AF65-F5344CB8AC3E}">
        <p14:creationId xmlns:p14="http://schemas.microsoft.com/office/powerpoint/2010/main" val="278674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71A57-907E-904E-CFDD-FAF46C54F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F7B50-B61F-2796-F45A-88B8F5F63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Metodología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40EE8B-BF98-738C-2D09-19D55CA26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4128"/>
            <a:ext cx="10515600" cy="5152835"/>
          </a:xfrm>
        </p:spPr>
        <p:txBody>
          <a:bodyPr anchor="ctr">
            <a:normAutofit lnSpcReduction="10000"/>
          </a:bodyPr>
          <a:lstStyle/>
          <a:p>
            <a:pPr marL="114300" indent="0" algn="just">
              <a:buNone/>
            </a:pPr>
            <a:r>
              <a:rPr lang="es-MX" sz="2400" b="1" noProof="0" dirty="0"/>
              <a:t>	Diseño del estudio:</a:t>
            </a:r>
            <a:r>
              <a:rPr lang="es-MX" sz="2400" noProof="0" dirty="0"/>
              <a:t> Investigación cualicuantitativa estructurada a lo largo de siete semanas, uniendo sistemas de información e investigación de operaciones.</a:t>
            </a:r>
          </a:p>
          <a:p>
            <a:pPr marL="114300" indent="0" algn="just">
              <a:buNone/>
            </a:pPr>
            <a:endParaRPr lang="es-MX" sz="2400" noProof="0" dirty="0"/>
          </a:p>
          <a:p>
            <a:pPr marL="114300" indent="0" algn="just">
              <a:buNone/>
            </a:pPr>
            <a:r>
              <a:rPr lang="es-MX" sz="2400" noProof="0" dirty="0"/>
              <a:t>	</a:t>
            </a:r>
            <a:r>
              <a:rPr lang="es-MX" sz="2400" b="1" noProof="0" dirty="0"/>
              <a:t>Materiales y/o métodos:</a:t>
            </a:r>
            <a:r>
              <a:rPr lang="es-MX" sz="2400" noProof="0" dirty="0"/>
              <a:t> Construcción de una envasadora gravimétrica utilizando </a:t>
            </a:r>
            <a:r>
              <a:rPr lang="es-MX" sz="2400" b="1" noProof="0" dirty="0">
                <a:solidFill>
                  <a:srgbClr val="4285F4"/>
                </a:solidFill>
              </a:rPr>
              <a:t>Arduino UNO</a:t>
            </a:r>
            <a:r>
              <a:rPr lang="es-MX" sz="2400" noProof="0" dirty="0"/>
              <a:t>, celda de carga (Puente de Wheatstone), módulo HX711, bomba de diafragma (110 PSI) y módulo relé. Firmware en C++.</a:t>
            </a:r>
          </a:p>
          <a:p>
            <a:pPr marL="114300" indent="0" algn="just">
              <a:buNone/>
            </a:pPr>
            <a:endParaRPr lang="es-MX" sz="2400" noProof="0" dirty="0"/>
          </a:p>
          <a:p>
            <a:pPr marL="114300" indent="0" algn="just">
              <a:buNone/>
            </a:pPr>
            <a:r>
              <a:rPr lang="es-MX" sz="2400" b="1" noProof="0" dirty="0"/>
              <a:t>	Fases y variables:</a:t>
            </a:r>
            <a:r>
              <a:rPr lang="es-MX" sz="2400" noProof="0" dirty="0"/>
              <a:t> El ruido electromagnético (EMI) de la bomba fue solucionado con un </a:t>
            </a:r>
            <a:r>
              <a:rPr lang="es-MX" sz="2400" b="1" noProof="0" dirty="0">
                <a:solidFill>
                  <a:srgbClr val="4285F4"/>
                </a:solidFill>
              </a:rPr>
              <a:t>Diodo Flyback</a:t>
            </a:r>
            <a:r>
              <a:rPr lang="es-MX" sz="2400" noProof="0" dirty="0"/>
              <a:t>, aislamiento galvánico del relé y filtros paso bajo RC. Se recolectaron 50 muestras para cada volumetría y se aplicó el método </a:t>
            </a:r>
            <a:r>
              <a:rPr lang="es-MX" sz="2400" b="1" noProof="0" dirty="0">
                <a:solidFill>
                  <a:srgbClr val="4285F4"/>
                </a:solidFill>
              </a:rPr>
              <a:t>TOPSIS</a:t>
            </a:r>
            <a:r>
              <a:rPr lang="es-MX" sz="2400" noProof="0" dirty="0"/>
              <a:t> para evaluar tiempo de ciclo, producción horaria y eficiencia.</a:t>
            </a:r>
            <a:endParaRPr lang="es-MX" sz="2400" b="1" noProof="0" dirty="0"/>
          </a:p>
        </p:txBody>
      </p:sp>
    </p:spTree>
    <p:extLst>
      <p:ext uri="{BB962C8B-B14F-4D97-AF65-F5344CB8AC3E}">
        <p14:creationId xmlns:p14="http://schemas.microsoft.com/office/powerpoint/2010/main" val="1349108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F0B12-3B04-8F76-DEEF-907A672F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0CD6F-57E2-BC52-A06F-8991301F8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Metodología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005ED0-AF9A-95FF-27B5-BC6E69325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4128"/>
            <a:ext cx="10515600" cy="5152835"/>
          </a:xfrm>
        </p:spPr>
        <p:txBody>
          <a:bodyPr anchor="t">
            <a:normAutofit/>
          </a:bodyPr>
          <a:lstStyle/>
          <a:p>
            <a:pPr marL="114300" indent="0" algn="just">
              <a:buNone/>
            </a:pPr>
            <a:r>
              <a:rPr lang="pt-BR" sz="2400" b="1" dirty="0"/>
              <a:t>	Fases del Proyecto:</a:t>
            </a:r>
          </a:p>
          <a:p>
            <a:pPr marL="114300" indent="0" algn="just">
              <a:buNone/>
            </a:pPr>
            <a:endParaRPr lang="es-MX" sz="2400" b="1" noProof="0"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0B65936-F317-64D5-3131-7160A80E11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2921392"/>
              </p:ext>
            </p:extLst>
          </p:nvPr>
        </p:nvGraphicFramePr>
        <p:xfrm>
          <a:off x="2154989" y="1588497"/>
          <a:ext cx="7882021" cy="4904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4772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A93A-6090-8C8E-7E38-9F586AC87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BCFF5-E0FC-FDEC-0166-D1156AB36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Resultados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ACA4B232-A59A-80C9-EA72-84F7D10D2DB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024128"/>
                <a:ext cx="10515600" cy="5152835"/>
              </a:xfrm>
            </p:spPr>
            <p:txBody>
              <a:bodyPr anchor="ctr">
                <a:normAutofit/>
              </a:bodyPr>
              <a:lstStyle/>
              <a:p>
                <a:pPr marL="114300" indent="0" algn="just">
                  <a:buNone/>
                </a:pPr>
                <a:r>
                  <a:rPr lang="es-MX" sz="2400" b="1" noProof="0" dirty="0"/>
                  <a:t>	</a:t>
                </a:r>
                <a:r>
                  <a:rPr lang="es-MX" sz="2400" noProof="0" dirty="0"/>
                  <a:t>El sistema digital neutralizó el </a:t>
                </a:r>
                <a:r>
                  <a:rPr lang="es-MX" sz="2400" b="1" i="1" noProof="0" dirty="0">
                    <a:solidFill>
                      <a:srgbClr val="4285F4"/>
                    </a:solidFill>
                  </a:rPr>
                  <a:t>giveaway</a:t>
                </a:r>
                <a:r>
                  <a:rPr lang="es-MX" sz="2400" noProof="0" dirty="0"/>
                  <a:t>, reduciendo las desviaciones críticas (hasta 42 g) a una variación máxima controlada de 1 a 4 gramos, con frecuentes envasados exactos (0 g).</a:t>
                </a:r>
              </a:p>
              <a:p>
                <a:pPr marL="114300" indent="0" algn="just">
                  <a:buNone/>
                </a:pPr>
                <a:endParaRPr lang="es-MX" sz="2400" noProof="0" dirty="0"/>
              </a:p>
              <a:p>
                <a:pPr marL="114300" indent="0" algn="just">
                  <a:buNone/>
                </a:pPr>
                <a:r>
                  <a:rPr lang="es-MX" sz="2400" b="1" noProof="0" dirty="0"/>
                  <a:t>	</a:t>
                </a:r>
                <a:r>
                  <a:rPr lang="es-MX" sz="2400" noProof="0" dirty="0"/>
                  <a:t>El método </a:t>
                </a:r>
                <a:r>
                  <a:rPr lang="es-MX" sz="2400" b="1" noProof="0" dirty="0">
                    <a:solidFill>
                      <a:srgbClr val="4285F4"/>
                    </a:solidFill>
                  </a:rPr>
                  <a:t>TOPSIS</a:t>
                </a:r>
                <a:r>
                  <a:rPr lang="es-MX" sz="2400" noProof="0" dirty="0"/>
                  <a:t> comprobó que los envases de 200 g confieren la máxima eficiencia operativa global (Coeficiente Ideal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4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MX" sz="24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sz="2400" b="0" i="1" noProof="0" smtClean="0">
                        <a:latin typeface="Cambria Math" panose="02040503050406030204" pitchFamily="18" charset="0"/>
                      </a:rPr>
                      <m:t>=1,000</m:t>
                    </m:r>
                  </m:oMath>
                </a14:m>
                <a:r>
                  <a:rPr lang="es-MX" sz="2400" noProof="0" dirty="0"/>
                  <a:t>), con producción de 400 unidades por hora.</a:t>
                </a:r>
              </a:p>
              <a:p>
                <a:pPr marL="114300" indent="0" algn="just">
                  <a:buNone/>
                </a:pPr>
                <a:endParaRPr lang="es-MX" sz="2400" noProof="0" dirty="0"/>
              </a:p>
              <a:p>
                <a:pPr marL="114300" indent="0" algn="just">
                  <a:buNone/>
                </a:pPr>
                <a:r>
                  <a:rPr lang="es-MX" sz="2400" noProof="0" dirty="0"/>
                  <a:t>	Las volumetrías de 500 g y 1 kg obtuvieron notas </a:t>
                </a:r>
                <a:r>
                  <a:rPr lang="es-MX" sz="2400" b="1" noProof="0" dirty="0">
                    <a:solidFill>
                      <a:srgbClr val="4285F4"/>
                    </a:solidFill>
                  </a:rPr>
                  <a:t>TOPSIS</a:t>
                </a:r>
                <a:r>
                  <a:rPr lang="es-MX" sz="2400" noProof="0" dirty="0"/>
                  <a:t> de 0,450 y 0,000, respectivamente. </a:t>
                </a:r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ACA4B232-A59A-80C9-EA72-84F7D10D2D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024128"/>
                <a:ext cx="10515600" cy="5152835"/>
              </a:xfrm>
              <a:blipFill>
                <a:blip r:embed="rId2"/>
                <a:stretch>
                  <a:fillRect r="-17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691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5E8F4-BDEE-D8F1-C4B5-A4C1975C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AF654-E2AD-6014-8EA9-339CD55F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Precisión de envasado (200 g)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5063DD3-EC7E-DE23-0384-E10A41F9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99" y="1255407"/>
            <a:ext cx="9952401" cy="4055286"/>
          </a:xfrm>
          <a:prstGeom prst="rect">
            <a:avLst/>
          </a:prstGeom>
          <a:effectLst>
            <a:outerShdw blurRad="127000" dist="38100" dir="2700000" algn="tl" rotWithShape="0">
              <a:prstClr val="black">
                <a:alpha val="30000"/>
              </a:prstClr>
            </a:outerShdw>
          </a:effec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6DCE140-248D-D719-8814-B31A46B1D3B9}"/>
              </a:ext>
            </a:extLst>
          </p:cNvPr>
          <p:cNvSpPr txBox="1"/>
          <p:nvPr/>
        </p:nvSpPr>
        <p:spPr>
          <a:xfrm>
            <a:off x="0" y="5590098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Reducción expresiva: de hasta 22 g extras en el manual a un máximo de 4 g en el automatizado (con ocurrencias de error cero). </a:t>
            </a:r>
          </a:p>
        </p:txBody>
      </p:sp>
    </p:spTree>
    <p:extLst>
      <p:ext uri="{BB962C8B-B14F-4D97-AF65-F5344CB8AC3E}">
        <p14:creationId xmlns:p14="http://schemas.microsoft.com/office/powerpoint/2010/main" val="2561191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FF085-2076-E56F-8596-E441A3DA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FA150-0E4A-70BF-142A-E7254D3DD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Precisión de envasado (500 g)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43AE43-09ED-2F77-A9A0-80244A16C140}"/>
              </a:ext>
            </a:extLst>
          </p:cNvPr>
          <p:cNvSpPr txBox="1"/>
          <p:nvPr/>
        </p:nvSpPr>
        <p:spPr>
          <a:xfrm>
            <a:off x="0" y="562271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El error máximo se limitó a 4 g, manteniendo una moda estadística de apenas 1 g de sobrepeso.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72D1A7-D66E-D3D9-09BE-ED4CE2069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98" y="1271979"/>
            <a:ext cx="9952401" cy="4038714"/>
          </a:xfrm>
          <a:prstGeom prst="rect">
            <a:avLst/>
          </a:prstGeom>
          <a:effectLst>
            <a:outerShdw blurRad="127000" dist="38100" dir="2700000" algn="tl" rotWithShape="0">
              <a:prstClr val="black">
                <a:alpha val="3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2490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D27A0-5EBA-A430-FBFF-E2E60BC5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F8EA1AC-7CD0-9836-9336-DEB65A473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99" y="1266186"/>
            <a:ext cx="9952400" cy="4050300"/>
          </a:xfrm>
          <a:prstGeom prst="rect">
            <a:avLst/>
          </a:prstGeom>
          <a:effectLst>
            <a:outerShdw blurRad="127000" dist="38100" dir="2700000" algn="tl" rotWithShape="0">
              <a:prstClr val="black">
                <a:alpha val="30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FA7890-7825-8071-9107-40ADF092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Precisión de envasado (1000 g)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2114291-D44C-82C4-D42E-3E88CFC89ADF}"/>
              </a:ext>
            </a:extLst>
          </p:cNvPr>
          <p:cNvSpPr txBox="1"/>
          <p:nvPr/>
        </p:nvSpPr>
        <p:spPr>
          <a:xfrm>
            <a:off x="0" y="5558544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La calibración obtuvo un desempeño consistente: excedente máximo de apenas 3 g y frecuentes estabilizaciones en la marca de </a:t>
            </a:r>
            <a:r>
              <a:rPr lang="es-MX" sz="2000" b="1" noProof="0" dirty="0">
                <a:solidFill>
                  <a:srgbClr val="4285F4"/>
                </a:solidFill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0 g</a:t>
            </a:r>
            <a:r>
              <a:rPr lang="es-MX" sz="2000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1720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47173-7748-48B0-EDA1-1E526178D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0A89F80-3F59-D8B1-8998-36A180AF2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685" y="1250763"/>
            <a:ext cx="9862627" cy="4196053"/>
          </a:xfrm>
          <a:prstGeom prst="rect">
            <a:avLst/>
          </a:prstGeom>
          <a:effectLst>
            <a:outerShdw blurRad="127000" dist="38100" dir="2700000" algn="tl" rotWithShape="0">
              <a:prstClr val="black">
                <a:alpha val="30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966518-849D-DB4A-A770-3EDC7398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Tiempo de ciclo automatizado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8B28515-F874-F00B-F732-BD91ABCFAFBC}"/>
              </a:ext>
            </a:extLst>
          </p:cNvPr>
          <p:cNvSpPr txBox="1"/>
          <p:nvPr/>
        </p:nvSpPr>
        <p:spPr>
          <a:xfrm>
            <a:off x="0" y="5624568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El tiempo de cambio manual permanece constante. El tiempo total de ciclo crece linealmente en función del volumen envasado.</a:t>
            </a:r>
          </a:p>
        </p:txBody>
      </p:sp>
    </p:spTree>
    <p:extLst>
      <p:ext uri="{BB962C8B-B14F-4D97-AF65-F5344CB8AC3E}">
        <p14:creationId xmlns:p14="http://schemas.microsoft.com/office/powerpoint/2010/main" val="4044032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3390-1D21-3649-20C5-B8445FE3B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DF3FF-08AA-EB45-A210-50CC4802B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Productividad horaria automatizada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43B9A61-3282-E2F6-64A9-EEF36E8BD76E}"/>
              </a:ext>
            </a:extLst>
          </p:cNvPr>
          <p:cNvSpPr txBox="1"/>
          <p:nvPr/>
        </p:nvSpPr>
        <p:spPr>
          <a:xfrm>
            <a:off x="1" y="560799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La productividad horaria de la maquinaria es inversamente proporcional al tamaño del envase, atestiguando que el caudal del equipo es constante.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E57DC2C-A82E-5A3B-F3E9-CF5492985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70" y="1119928"/>
            <a:ext cx="7797657" cy="4215807"/>
          </a:xfrm>
          <a:prstGeom prst="rect">
            <a:avLst/>
          </a:prstGeom>
          <a:effectLst>
            <a:outerShdw blurRad="127000" dist="38100" dir="2700000" algn="tl" rotWithShape="0">
              <a:prstClr val="black">
                <a:alpha val="3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9535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03D8E-5CBB-5AF1-E869-4A86FC810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58E9496-C69E-EDB2-444A-3659975AB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930" y="1246162"/>
            <a:ext cx="8648138" cy="4215807"/>
          </a:xfrm>
          <a:prstGeom prst="rect">
            <a:avLst/>
          </a:prstGeom>
          <a:effectLst>
            <a:outerShdw blurRad="127000" dist="38100" dir="2700000" algn="tl" rotWithShape="0">
              <a:prstClr val="black">
                <a:alpha val="30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AD5E4A2-5C25-0C58-615A-C7FD81567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168" y="477419"/>
            <a:ext cx="9484031" cy="659003"/>
          </a:xfrm>
        </p:spPr>
        <p:txBody>
          <a:bodyPr>
            <a:no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Comparativa de tiempo: Manual vs. Automatizado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9F3A2A5-F3AF-7E57-CB7D-98ADA3DCD7E2}"/>
              </a:ext>
            </a:extLst>
          </p:cNvPr>
          <p:cNvSpPr txBox="1"/>
          <p:nvPr/>
        </p:nvSpPr>
        <p:spPr>
          <a:xfrm>
            <a:off x="0" y="56802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La automatización redujo el tiempo de envasado únicamente para el recipiente pequeño, exigiendo intervalos mayores para las volumetrías media y grande.</a:t>
            </a:r>
          </a:p>
        </p:txBody>
      </p:sp>
    </p:spTree>
    <p:extLst>
      <p:ext uri="{BB962C8B-B14F-4D97-AF65-F5344CB8AC3E}">
        <p14:creationId xmlns:p14="http://schemas.microsoft.com/office/powerpoint/2010/main" val="4026315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6520-4589-3504-0BF8-267864747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E9F8C-7AF3-4410-E20F-B653121A0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211" y="509503"/>
            <a:ext cx="9467988" cy="659003"/>
          </a:xfrm>
        </p:spPr>
        <p:txBody>
          <a:bodyPr>
            <a:no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Comparativa de productividad: Manual vs. Automatizado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2C59B30-37F7-69F1-7BF6-089D430CECD8}"/>
              </a:ext>
            </a:extLst>
          </p:cNvPr>
          <p:cNvSpPr txBox="1"/>
          <p:nvPr/>
        </p:nvSpPr>
        <p:spPr>
          <a:xfrm>
            <a:off x="0" y="5482272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noProof="0" dirty="0">
                <a:latin typeface="Inter" panose="02000503000000020004" pitchFamily="2" charset="0"/>
                <a:ea typeface="Inter" panose="02000503000000020004" pitchFamily="2" charset="0"/>
                <a:cs typeface="Calibri" panose="020F0502020204030204" pitchFamily="34" charset="0"/>
              </a:rPr>
              <a:t>El rigor lógico de la máquina redujo la cantidad nominal de unidades/hora producidas en los recipientes mayores, a cambio de la mitigación absoluta del desperdicio.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01E96A3-D91E-4AD6-4753-5808B0890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70" y="1504064"/>
            <a:ext cx="7797657" cy="3797485"/>
          </a:xfrm>
          <a:prstGeom prst="rect">
            <a:avLst/>
          </a:prstGeom>
          <a:effectLst>
            <a:outerShdw blurRad="127000" dist="38100" dir="2700000" algn="tl" rotWithShape="0">
              <a:prstClr val="black">
                <a:alpha val="3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6076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A0D9-7E89-29F1-D307-4F3C00C08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6595B-A2DA-B6B8-F658-1BCD1CC6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tx1"/>
                </a:solidFill>
              </a:rPr>
              <a:t>Conclusiones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7005B0-F662-7772-2E64-6AC2D1528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4128"/>
            <a:ext cx="10515600" cy="5152835"/>
          </a:xfrm>
        </p:spPr>
        <p:txBody>
          <a:bodyPr anchor="ctr">
            <a:normAutofit/>
          </a:bodyPr>
          <a:lstStyle/>
          <a:p>
            <a:pPr marL="114300" indent="0" algn="just">
              <a:buNone/>
            </a:pPr>
            <a:r>
              <a:rPr lang="es-MX" sz="2400" noProof="0" dirty="0"/>
              <a:t>	El prototipo erradicó el desperdicio de producto. La unión entre la robótica embebida y métodos multicriterio provee respuestas exactas para problemas logísticos prácticos.</a:t>
            </a:r>
          </a:p>
          <a:p>
            <a:pPr marL="114300" indent="0" algn="just">
              <a:buNone/>
            </a:pPr>
            <a:endParaRPr lang="es-MX" sz="2400" noProof="0" dirty="0"/>
          </a:p>
          <a:p>
            <a:pPr marL="114300" indent="0" algn="just">
              <a:buNone/>
            </a:pPr>
            <a:r>
              <a:rPr lang="es-MX" sz="2400" b="1" noProof="0" dirty="0"/>
              <a:t>	</a:t>
            </a:r>
            <a:r>
              <a:rPr lang="es-MX" sz="2400" noProof="0" dirty="0"/>
              <a:t>Contribuye al ODS 9 (fomento a la modernización tecnológica) y ODS 12 (combate al desperdicio de alimentos).</a:t>
            </a:r>
          </a:p>
          <a:p>
            <a:pPr marL="114300" indent="0" algn="just">
              <a:buNone/>
            </a:pPr>
            <a:endParaRPr lang="es-MX" sz="2400" noProof="0" dirty="0"/>
          </a:p>
          <a:p>
            <a:pPr marL="114300" indent="0" algn="just">
              <a:buNone/>
            </a:pPr>
            <a:r>
              <a:rPr lang="es-MX" sz="2400" noProof="0" dirty="0">
                <a:solidFill>
                  <a:srgbClr val="FF0000"/>
                </a:solidFill>
              </a:rPr>
              <a:t>	</a:t>
            </a:r>
            <a:r>
              <a:rPr lang="es-ES" sz="2400" noProof="0" dirty="0">
                <a:solidFill>
                  <a:schemeClr val="tx1"/>
                </a:solidFill>
              </a:rPr>
              <a:t>La cooperación intercultural superó los límites del formato virtual, permitiendo ajustes precisos en el tratamiento de datos y promoviendo un gran crecimiento científico y personal junto a la institución de destino.</a:t>
            </a:r>
            <a:endParaRPr lang="es-MX" sz="24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227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93C00-B507-79E7-D5A8-DE310B12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7019"/>
          </a:xfrm>
        </p:spPr>
        <p:txBody>
          <a:bodyPr>
            <a:normAutofit/>
          </a:bodyPr>
          <a:lstStyle/>
          <a:p>
            <a:pPr algn="ctr"/>
            <a:r>
              <a:rPr lang="es-MX" sz="3200" b="1" noProof="0" dirty="0">
                <a:solidFill>
                  <a:schemeClr val="tx1"/>
                </a:solidFill>
              </a:rPr>
              <a:t>Referencias </a:t>
            </a:r>
            <a:r>
              <a:rPr lang="es-MX" sz="3200" b="1" noProof="0" dirty="0" err="1">
                <a:solidFill>
                  <a:schemeClr val="tx1"/>
                </a:solidFill>
              </a:rPr>
              <a:t>Bibilográficas</a:t>
            </a:r>
            <a:endParaRPr lang="es-MX" sz="3200" b="1" noProof="0" dirty="0">
              <a:solidFill>
                <a:schemeClr val="tx1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31DD17-E360-46D0-5D67-77B1611C1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52144"/>
            <a:ext cx="10515600" cy="5024819"/>
          </a:xfrm>
        </p:spPr>
        <p:txBody>
          <a:bodyPr anchor="ctr">
            <a:noAutofit/>
          </a:bodyPr>
          <a:lstStyle/>
          <a:p>
            <a:pPr lvl="0" fontAlgn="base"/>
            <a:r>
              <a:rPr lang="es-MX" sz="1800" noProof="0" dirty="0"/>
              <a:t>BOYLESTAD, R. L.; NASHELSKY, L. Dispositivos Eletrônicos e Teoria de Circuitos. 11. ed. São Paulo: Pearson Universidades, 2013.</a:t>
            </a:r>
          </a:p>
          <a:p>
            <a:pPr lvl="0" fontAlgn="base"/>
            <a:r>
              <a:rPr lang="es-MX" sz="1800" noProof="0" dirty="0"/>
              <a:t>BRASIL. Ministério da Agricultura, Pecuária e Abastecimento. Instrução Normativa nº 46, de 23 de outubro de 2007. Diário Oficial da União, Brasília, DF, 24 out. 2007.</a:t>
            </a:r>
          </a:p>
          <a:p>
            <a:pPr lvl="0" fontAlgn="base"/>
            <a:r>
              <a:rPr lang="es-MX" sz="1800" noProof="0" dirty="0"/>
              <a:t>HWANG, C. L.; YOON, K. Multiple attribute decision making: methods and applications. New York: Springer-Verlag, 1981.</a:t>
            </a:r>
          </a:p>
          <a:p>
            <a:pPr lvl="0" fontAlgn="base"/>
            <a:r>
              <a:rPr lang="es-MX" sz="1800" noProof="0" dirty="0"/>
              <a:t>KROMANN, L. et al. Automation and productivity. Industrial and Corporate Change, v. 29, n. 2, p. 265-287, 2019.</a:t>
            </a:r>
          </a:p>
          <a:p>
            <a:pPr lvl="0" fontAlgn="base"/>
            <a:r>
              <a:rPr lang="es-MX" sz="1800" noProof="0" dirty="0"/>
              <a:t>LERMA-LEDEZMA, D. et al. Ranking of ICT providers for an HEI through TOPSIS method: a guide to Decision Making. International Journal of Combinatorial Optimization Problems and Informatics, v. 17, n. 2, p. 495-510, 2026.</a:t>
            </a:r>
          </a:p>
          <a:p>
            <a:pPr lvl="0" fontAlgn="base"/>
            <a:r>
              <a:rPr lang="es-MX" sz="1800" noProof="0" dirty="0"/>
              <a:t>TDI PACKSYS. Fill Weight Control: Preventing Under- and Over-Fills. 2026. Disponível em: https://www.tdipacksys.com/blog/under-and-over-fills-in-automated-lines/.</a:t>
            </a:r>
          </a:p>
        </p:txBody>
      </p:sp>
    </p:spTree>
    <p:extLst>
      <p:ext uri="{BB962C8B-B14F-4D97-AF65-F5344CB8AC3E}">
        <p14:creationId xmlns:p14="http://schemas.microsoft.com/office/powerpoint/2010/main" val="4209001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F04129-3E1F-8F0C-8DCC-402903B07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02106"/>
            <a:ext cx="10515600" cy="5374858"/>
          </a:xfrm>
        </p:spPr>
        <p:txBody>
          <a:bodyPr anchor="ctr">
            <a:normAutofit/>
          </a:bodyPr>
          <a:lstStyle/>
          <a:p>
            <a:pPr marL="114300" indent="0" algn="ctr">
              <a:buNone/>
            </a:pPr>
            <a:r>
              <a:rPr lang="es-MX" sz="4800" b="1" noProof="0" dirty="0">
                <a:solidFill>
                  <a:srgbClr val="4285F4"/>
                </a:solidFill>
                <a:latin typeface="Montserrat Black" pitchFamily="2" charset="0"/>
              </a:rPr>
              <a:t>Muchas gracias!</a:t>
            </a:r>
            <a:endParaRPr lang="es-MX" sz="2400" b="1" dirty="0"/>
          </a:p>
          <a:p>
            <a:pPr marL="114300" indent="0" algn="ctr">
              <a:buNone/>
            </a:pPr>
            <a:r>
              <a:rPr lang="pt-BR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Valdir de Souza Carvalho Neto</a:t>
            </a:r>
          </a:p>
          <a:p>
            <a:pPr marL="114300" indent="0" algn="ctr">
              <a:buNone/>
            </a:pP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valdirneto100c@gmail.com</a:t>
            </a:r>
            <a:endParaRPr lang="pt-BR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14300" indent="0" algn="ctr">
              <a:buNone/>
            </a:pPr>
            <a:endParaRPr lang="pt-BR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14300" indent="0" algn="ctr">
              <a:buNone/>
            </a:pPr>
            <a:endParaRPr lang="pt-BR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14300" indent="0" algn="ctr">
              <a:buNone/>
            </a:pPr>
            <a:endParaRPr lang="pt-BR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14300" indent="0" algn="ctr">
              <a:buNone/>
            </a:pPr>
            <a:endParaRPr lang="pt-BR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14300" indent="0" algn="ctr">
              <a:buNone/>
            </a:pPr>
            <a:endParaRPr lang="pt-BR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14300" indent="0" algn="ctr">
              <a:buNone/>
            </a:pPr>
            <a:endParaRPr lang="pt-BR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14300" indent="0" algn="ctr">
              <a:buNone/>
            </a:pPr>
            <a:endParaRPr lang="pt-BR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14300" indent="0" algn="ctr">
              <a:buNone/>
            </a:pPr>
            <a:endParaRPr lang="es-MX" sz="2000" b="1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A1D8811-1CF0-5F2D-9337-74FB0AC5E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759" y="3326481"/>
            <a:ext cx="2850482" cy="28504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59693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1010</Words>
  <Application>Microsoft Office PowerPoint</Application>
  <PresentationFormat>Widescreen</PresentationFormat>
  <Paragraphs>77</Paragraphs>
  <Slides>16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 Math</vt:lpstr>
      <vt:lpstr>Inter</vt:lpstr>
      <vt:lpstr>Montserrat Black</vt:lpstr>
      <vt:lpstr>Montserrat SemiBold</vt:lpstr>
      <vt:lpstr>Wingdings</vt:lpstr>
      <vt:lpstr>Tema de Office</vt:lpstr>
      <vt:lpstr>Apresentação do PowerPoint</vt:lpstr>
      <vt:lpstr>Introducción</vt:lpstr>
      <vt:lpstr>Introducción</vt:lpstr>
      <vt:lpstr>Metodología</vt:lpstr>
      <vt:lpstr>Metodología</vt:lpstr>
      <vt:lpstr>Resultados</vt:lpstr>
      <vt:lpstr>Precisión de envasado (200 g)</vt:lpstr>
      <vt:lpstr>Precisión de envasado (500 g)</vt:lpstr>
      <vt:lpstr>Precisión de envasado (1000 g)</vt:lpstr>
      <vt:lpstr>Tiempo de ciclo automatizado</vt:lpstr>
      <vt:lpstr>Productividad horaria automatizada</vt:lpstr>
      <vt:lpstr>Comparativa de tiempo: Manual vs. Automatizado</vt:lpstr>
      <vt:lpstr>Comparativa de productividad: Manual vs. Automatizado</vt:lpstr>
      <vt:lpstr>Conclusiones</vt:lpstr>
      <vt:lpstr>Referencias Bibilográficas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Congresso Programa Delfín 2026</dc:title>
  <dc:creator>Valdir S C Neto</dc:creator>
  <cp:lastModifiedBy>Valdir Neto</cp:lastModifiedBy>
  <cp:revision>14</cp:revision>
  <dcterms:created xsi:type="dcterms:W3CDTF">2024-09-04T21:57:09Z</dcterms:created>
  <dcterms:modified xsi:type="dcterms:W3CDTF">2026-09-25T15:55:48Z</dcterms:modified>
</cp:coreProperties>
</file>